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4"/>
    <p:sldId id="268" r:id="rId5"/>
    <p:sldId id="260" r:id="rId6"/>
    <p:sldId id="269" r:id="rId7"/>
    <p:sldId id="273" r:id="rId8"/>
    <p:sldId id="275" r:id="rId9"/>
    <p:sldId id="276" r:id="rId10"/>
    <p:sldId id="264" r:id="rId11"/>
    <p:sldId id="265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A87"/>
    <a:srgbClr val="005A64"/>
    <a:srgbClr val="4682B4"/>
    <a:srgbClr val="00AA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7953A4-9544-4F5A-BD4C-15197D6AC705}" v="918" dt="2026-04-13T02:56:05.8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20" d="100"/>
          <a:sy n="12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ion Tippetts" userId="de46ab0373616a2e" providerId="LiveId" clId="{7BE80FD7-F8AD-4FE1-B811-D54E929E65A6}"/>
    <pc:docChg chg="undo custSel addSld delSld modSld sldOrd">
      <pc:chgData name="Zion Tippetts" userId="de46ab0373616a2e" providerId="LiveId" clId="{7BE80FD7-F8AD-4FE1-B811-D54E929E65A6}" dt="2026-04-13T03:08:34.995" v="5772" actId="20577"/>
      <pc:docMkLst>
        <pc:docMk/>
      </pc:docMkLst>
      <pc:sldChg chg="addSp modSp mod">
        <pc:chgData name="Zion Tippetts" userId="de46ab0373616a2e" providerId="LiveId" clId="{7BE80FD7-F8AD-4FE1-B811-D54E929E65A6}" dt="2026-04-12T03:25:24.709" v="1073" actId="1076"/>
        <pc:sldMkLst>
          <pc:docMk/>
          <pc:sldMk cId="0" sldId="256"/>
        </pc:sldMkLst>
        <pc:spChg chg="mod">
          <ac:chgData name="Zion Tippetts" userId="de46ab0373616a2e" providerId="LiveId" clId="{7BE80FD7-F8AD-4FE1-B811-D54E929E65A6}" dt="2026-04-12T03:04:50.796" v="415" actId="255"/>
          <ac:spMkLst>
            <pc:docMk/>
            <pc:sldMk cId="0" sldId="256"/>
            <ac:spMk id="3" creationId="{00000000-0000-0000-0000-000000000000}"/>
          </ac:spMkLst>
        </pc:spChg>
        <pc:spChg chg="mod">
          <ac:chgData name="Zion Tippetts" userId="de46ab0373616a2e" providerId="LiveId" clId="{7BE80FD7-F8AD-4FE1-B811-D54E929E65A6}" dt="2026-04-12T03:04:55.660" v="429" actId="1036"/>
          <ac:spMkLst>
            <pc:docMk/>
            <pc:sldMk cId="0" sldId="256"/>
            <ac:spMk id="4" creationId="{00000000-0000-0000-0000-000000000000}"/>
          </ac:spMkLst>
        </pc:spChg>
        <pc:picChg chg="add mod">
          <ac:chgData name="Zion Tippetts" userId="de46ab0373616a2e" providerId="LiveId" clId="{7BE80FD7-F8AD-4FE1-B811-D54E929E65A6}" dt="2026-04-12T03:25:24.709" v="1073" actId="1076"/>
          <ac:picMkLst>
            <pc:docMk/>
            <pc:sldMk cId="0" sldId="256"/>
            <ac:picMk id="6" creationId="{8CC56F8D-1B5A-EB5F-328A-CC3FB2D829E1}"/>
          </ac:picMkLst>
        </pc:picChg>
        <pc:picChg chg="add mod">
          <ac:chgData name="Zion Tippetts" userId="de46ab0373616a2e" providerId="LiveId" clId="{7BE80FD7-F8AD-4FE1-B811-D54E929E65A6}" dt="2026-04-12T03:05:24.057" v="594" actId="1076"/>
          <ac:picMkLst>
            <pc:docMk/>
            <pc:sldMk cId="0" sldId="256"/>
            <ac:picMk id="1026" creationId="{ED1BC8BF-7B12-1A95-9E44-BE1CAD1E3B28}"/>
          </ac:picMkLst>
        </pc:picChg>
      </pc:sldChg>
      <pc:sldChg chg="addSp delSp modSp mod">
        <pc:chgData name="Zion Tippetts" userId="de46ab0373616a2e" providerId="LiveId" clId="{7BE80FD7-F8AD-4FE1-B811-D54E929E65A6}" dt="2026-04-12T03:04:26.374" v="413" actId="255"/>
        <pc:sldMkLst>
          <pc:docMk/>
          <pc:sldMk cId="0" sldId="257"/>
        </pc:sldMkLst>
        <pc:spChg chg="mod">
          <ac:chgData name="Zion Tippetts" userId="de46ab0373616a2e" providerId="LiveId" clId="{7BE80FD7-F8AD-4FE1-B811-D54E929E65A6}" dt="2026-04-12T03:04:26.374" v="413" actId="255"/>
          <ac:spMkLst>
            <pc:docMk/>
            <pc:sldMk cId="0" sldId="257"/>
            <ac:spMk id="3" creationId="{00000000-0000-0000-0000-000000000000}"/>
          </ac:spMkLst>
        </pc:spChg>
        <pc:spChg chg="del mod">
          <ac:chgData name="Zion Tippetts" userId="de46ab0373616a2e" providerId="LiveId" clId="{7BE80FD7-F8AD-4FE1-B811-D54E929E65A6}" dt="2026-04-12T02:46:32.725" v="181" actId="478"/>
          <ac:spMkLst>
            <pc:docMk/>
            <pc:sldMk cId="0" sldId="257"/>
            <ac:spMk id="5" creationId="{00000000-0000-0000-0000-000000000000}"/>
          </ac:spMkLst>
        </pc:spChg>
        <pc:spChg chg="add mod">
          <ac:chgData name="Zion Tippetts" userId="de46ab0373616a2e" providerId="LiveId" clId="{7BE80FD7-F8AD-4FE1-B811-D54E929E65A6}" dt="2026-04-12T02:46:44.773" v="207" actId="1036"/>
          <ac:spMkLst>
            <pc:docMk/>
            <pc:sldMk cId="0" sldId="257"/>
            <ac:spMk id="6" creationId="{D943FC16-9CA3-AD32-C9BA-8887E1078622}"/>
          </ac:spMkLst>
        </pc:spChg>
        <pc:spChg chg="add mod ord">
          <ac:chgData name="Zion Tippetts" userId="de46ab0373616a2e" providerId="LiveId" clId="{7BE80FD7-F8AD-4FE1-B811-D54E929E65A6}" dt="2026-04-12T02:46:44.773" v="207" actId="1036"/>
          <ac:spMkLst>
            <pc:docMk/>
            <pc:sldMk cId="0" sldId="257"/>
            <ac:spMk id="7" creationId="{ACF40C46-12CA-7265-7D02-9029E9D1A53B}"/>
          </ac:spMkLst>
        </pc:spChg>
        <pc:spChg chg="add mod">
          <ac:chgData name="Zion Tippetts" userId="de46ab0373616a2e" providerId="LiveId" clId="{7BE80FD7-F8AD-4FE1-B811-D54E929E65A6}" dt="2026-04-12T02:46:44.773" v="207" actId="1036"/>
          <ac:spMkLst>
            <pc:docMk/>
            <pc:sldMk cId="0" sldId="257"/>
            <ac:spMk id="8" creationId="{77C6DD85-4BB4-503A-09A9-3CE2DC9C5223}"/>
          </ac:spMkLst>
        </pc:spChg>
        <pc:graphicFrameChg chg="add mod modGraphic">
          <ac:chgData name="Zion Tippetts" userId="de46ab0373616a2e" providerId="LiveId" clId="{7BE80FD7-F8AD-4FE1-B811-D54E929E65A6}" dt="2026-04-12T02:50:07.940" v="267" actId="20577"/>
          <ac:graphicFrameMkLst>
            <pc:docMk/>
            <pc:sldMk cId="0" sldId="257"/>
            <ac:graphicFrameMk id="11" creationId="{F318B08C-322F-9750-9CDD-A33816A4F37E}"/>
          </ac:graphicFrameMkLst>
        </pc:graphicFrameChg>
        <pc:picChg chg="add mod">
          <ac:chgData name="Zion Tippetts" userId="de46ab0373616a2e" providerId="LiveId" clId="{7BE80FD7-F8AD-4FE1-B811-D54E929E65A6}" dt="2026-04-12T02:47:12.044" v="210" actId="207"/>
          <ac:picMkLst>
            <pc:docMk/>
            <pc:sldMk cId="0" sldId="257"/>
            <ac:picMk id="10" creationId="{324E7485-CF2F-1E3F-4C88-020DAD36CC9A}"/>
          </ac:picMkLst>
        </pc:picChg>
      </pc:sldChg>
      <pc:sldChg chg="del ord">
        <pc:chgData name="Zion Tippetts" userId="de46ab0373616a2e" providerId="LiveId" clId="{7BE80FD7-F8AD-4FE1-B811-D54E929E65A6}" dt="2026-04-12T03:55:46.560" v="1394" actId="47"/>
        <pc:sldMkLst>
          <pc:docMk/>
          <pc:sldMk cId="0" sldId="258"/>
        </pc:sldMkLst>
      </pc:sldChg>
      <pc:sldChg chg="modSp del mod ord">
        <pc:chgData name="Zion Tippetts" userId="de46ab0373616a2e" providerId="LiveId" clId="{7BE80FD7-F8AD-4FE1-B811-D54E929E65A6}" dt="2026-04-12T21:54:39.521" v="3056" actId="47"/>
        <pc:sldMkLst>
          <pc:docMk/>
          <pc:sldMk cId="0" sldId="259"/>
        </pc:sldMkLst>
        <pc:spChg chg="mod">
          <ac:chgData name="Zion Tippetts" userId="de46ab0373616a2e" providerId="LiveId" clId="{7BE80FD7-F8AD-4FE1-B811-D54E929E65A6}" dt="2026-04-12T03:23:04.709" v="1061" actId="255"/>
          <ac:spMkLst>
            <pc:docMk/>
            <pc:sldMk cId="0" sldId="259"/>
            <ac:spMk id="3" creationId="{00000000-0000-0000-0000-000000000000}"/>
          </ac:spMkLst>
        </pc:spChg>
        <pc:spChg chg="mod">
          <ac:chgData name="Zion Tippetts" userId="de46ab0373616a2e" providerId="LiveId" clId="{7BE80FD7-F8AD-4FE1-B811-D54E929E65A6}" dt="2026-04-12T21:51:39.895" v="3047" actId="20577"/>
          <ac:spMkLst>
            <pc:docMk/>
            <pc:sldMk cId="0" sldId="259"/>
            <ac:spMk id="5" creationId="{00000000-0000-0000-0000-000000000000}"/>
          </ac:spMkLst>
        </pc:spChg>
      </pc:sldChg>
      <pc:sldChg chg="addSp delSp modSp mod">
        <pc:chgData name="Zion Tippetts" userId="de46ab0373616a2e" providerId="LiveId" clId="{7BE80FD7-F8AD-4FE1-B811-D54E929E65A6}" dt="2026-04-12T21:50:35.261" v="3040" actId="20577"/>
        <pc:sldMkLst>
          <pc:docMk/>
          <pc:sldMk cId="0" sldId="260"/>
        </pc:sldMkLst>
        <pc:spChg chg="mod">
          <ac:chgData name="Zion Tippetts" userId="de46ab0373616a2e" providerId="LiveId" clId="{7BE80FD7-F8AD-4FE1-B811-D54E929E65A6}" dt="2026-04-12T04:23:55.794" v="1862" actId="255"/>
          <ac:spMkLst>
            <pc:docMk/>
            <pc:sldMk cId="0" sldId="260"/>
            <ac:spMk id="3" creationId="{00000000-0000-0000-0000-000000000000}"/>
          </ac:spMkLst>
        </pc:spChg>
        <pc:spChg chg="del mod">
          <ac:chgData name="Zion Tippetts" userId="de46ab0373616a2e" providerId="LiveId" clId="{7BE80FD7-F8AD-4FE1-B811-D54E929E65A6}" dt="2026-04-12T21:20:31.111" v="2563" actId="478"/>
          <ac:spMkLst>
            <pc:docMk/>
            <pc:sldMk cId="0" sldId="260"/>
            <ac:spMk id="5" creationId="{00000000-0000-0000-0000-000000000000}"/>
          </ac:spMkLst>
        </pc:spChg>
        <pc:spChg chg="add mod">
          <ac:chgData name="Zion Tippetts" userId="de46ab0373616a2e" providerId="LiveId" clId="{7BE80FD7-F8AD-4FE1-B811-D54E929E65A6}" dt="2026-04-12T21:50:35.261" v="3040" actId="20577"/>
          <ac:spMkLst>
            <pc:docMk/>
            <pc:sldMk cId="0" sldId="260"/>
            <ac:spMk id="11" creationId="{76179318-450C-9225-D86F-53A136CAF222}"/>
          </ac:spMkLst>
        </pc:spChg>
        <pc:spChg chg="add del mod">
          <ac:chgData name="Zion Tippetts" userId="de46ab0373616a2e" providerId="LiveId" clId="{7BE80FD7-F8AD-4FE1-B811-D54E929E65A6}" dt="2026-04-12T21:05:16.598" v="2052" actId="478"/>
          <ac:spMkLst>
            <pc:docMk/>
            <pc:sldMk cId="0" sldId="260"/>
            <ac:spMk id="12" creationId="{899C324A-72DA-3E71-7BB7-902D7659CA32}"/>
          </ac:spMkLst>
        </pc:spChg>
        <pc:spChg chg="add mod ord">
          <ac:chgData name="Zion Tippetts" userId="de46ab0373616a2e" providerId="LiveId" clId="{7BE80FD7-F8AD-4FE1-B811-D54E929E65A6}" dt="2026-04-12T21:19:55.128" v="2551" actId="1036"/>
          <ac:spMkLst>
            <pc:docMk/>
            <pc:sldMk cId="0" sldId="260"/>
            <ac:spMk id="13" creationId="{9A153C3E-197C-558B-5667-9A43BA956143}"/>
          </ac:spMkLst>
        </pc:spChg>
        <pc:spChg chg="add mod">
          <ac:chgData name="Zion Tippetts" userId="de46ab0373616a2e" providerId="LiveId" clId="{7BE80FD7-F8AD-4FE1-B811-D54E929E65A6}" dt="2026-04-12T21:19:50.900" v="2529" actId="1036"/>
          <ac:spMkLst>
            <pc:docMk/>
            <pc:sldMk cId="0" sldId="260"/>
            <ac:spMk id="14" creationId="{CE7ECE9C-F3EE-F6C2-54AD-612153562969}"/>
          </ac:spMkLst>
        </pc:spChg>
        <pc:spChg chg="add mod">
          <ac:chgData name="Zion Tippetts" userId="de46ab0373616a2e" providerId="LiveId" clId="{7BE80FD7-F8AD-4FE1-B811-D54E929E65A6}" dt="2026-04-12T21:19:45.456" v="2502" actId="1036"/>
          <ac:spMkLst>
            <pc:docMk/>
            <pc:sldMk cId="0" sldId="260"/>
            <ac:spMk id="15" creationId="{ABAEF1B6-6727-F789-E25B-A63307BE53DB}"/>
          </ac:spMkLst>
        </pc:spChg>
        <pc:spChg chg="add mod">
          <ac:chgData name="Zion Tippetts" userId="de46ab0373616a2e" providerId="LiveId" clId="{7BE80FD7-F8AD-4FE1-B811-D54E929E65A6}" dt="2026-04-12T21:19:37.790" v="2477" actId="1035"/>
          <ac:spMkLst>
            <pc:docMk/>
            <pc:sldMk cId="0" sldId="260"/>
            <ac:spMk id="18" creationId="{F84D14E6-C63A-7AE3-24A7-BCE7EFDA8021}"/>
          </ac:spMkLst>
        </pc:spChg>
        <pc:spChg chg="add mod">
          <ac:chgData name="Zion Tippetts" userId="de46ab0373616a2e" providerId="LiveId" clId="{7BE80FD7-F8AD-4FE1-B811-D54E929E65A6}" dt="2026-04-12T21:19:42.055" v="2490" actId="1036"/>
          <ac:spMkLst>
            <pc:docMk/>
            <pc:sldMk cId="0" sldId="260"/>
            <ac:spMk id="19" creationId="{0F172C2C-E11D-925D-D44C-634E4DFCC4E3}"/>
          </ac:spMkLst>
        </pc:spChg>
        <pc:spChg chg="add mod">
          <ac:chgData name="Zion Tippetts" userId="de46ab0373616a2e" providerId="LiveId" clId="{7BE80FD7-F8AD-4FE1-B811-D54E929E65A6}" dt="2026-04-12T21:16:28.477" v="2340" actId="1037"/>
          <ac:spMkLst>
            <pc:docMk/>
            <pc:sldMk cId="0" sldId="260"/>
            <ac:spMk id="23" creationId="{3E4E0B5D-FD8D-D0EB-C0DA-5DACEEB28D54}"/>
          </ac:spMkLst>
        </pc:spChg>
        <pc:grpChg chg="add mod">
          <ac:chgData name="Zion Tippetts" userId="de46ab0373616a2e" providerId="LiveId" clId="{7BE80FD7-F8AD-4FE1-B811-D54E929E65A6}" dt="2026-04-12T21:19:55.128" v="2551" actId="1036"/>
          <ac:grpSpMkLst>
            <pc:docMk/>
            <pc:sldMk cId="0" sldId="260"/>
            <ac:grpSpMk id="16" creationId="{188DD1E0-8AF1-8DE8-0837-3E19D653105D}"/>
          </ac:grpSpMkLst>
        </pc:grpChg>
        <pc:grpChg chg="add mod">
          <ac:chgData name="Zion Tippetts" userId="de46ab0373616a2e" providerId="LiveId" clId="{7BE80FD7-F8AD-4FE1-B811-D54E929E65A6}" dt="2026-04-12T21:19:50.900" v="2529" actId="1036"/>
          <ac:grpSpMkLst>
            <pc:docMk/>
            <pc:sldMk cId="0" sldId="260"/>
            <ac:grpSpMk id="17" creationId="{87EE23D1-4F13-8E0F-556D-76A20BC74B52}"/>
          </ac:grpSpMkLst>
        </pc:grpChg>
        <pc:grpChg chg="add mod">
          <ac:chgData name="Zion Tippetts" userId="de46ab0373616a2e" providerId="LiveId" clId="{7BE80FD7-F8AD-4FE1-B811-D54E929E65A6}" dt="2026-04-12T21:19:45.456" v="2502" actId="1036"/>
          <ac:grpSpMkLst>
            <pc:docMk/>
            <pc:sldMk cId="0" sldId="260"/>
            <ac:grpSpMk id="20" creationId="{90833F31-57FD-9372-1282-742BCC41E300}"/>
          </ac:grpSpMkLst>
        </pc:grpChg>
        <pc:grpChg chg="add mod">
          <ac:chgData name="Zion Tippetts" userId="de46ab0373616a2e" providerId="LiveId" clId="{7BE80FD7-F8AD-4FE1-B811-D54E929E65A6}" dt="2026-04-12T21:19:37.790" v="2477" actId="1035"/>
          <ac:grpSpMkLst>
            <pc:docMk/>
            <pc:sldMk cId="0" sldId="260"/>
            <ac:grpSpMk id="21" creationId="{D4D81356-47E2-B174-D796-4D7B16DDA631}"/>
          </ac:grpSpMkLst>
        </pc:grpChg>
        <pc:grpChg chg="add mod">
          <ac:chgData name="Zion Tippetts" userId="de46ab0373616a2e" providerId="LiveId" clId="{7BE80FD7-F8AD-4FE1-B811-D54E929E65A6}" dt="2026-04-12T21:19:42.055" v="2490" actId="1036"/>
          <ac:grpSpMkLst>
            <pc:docMk/>
            <pc:sldMk cId="0" sldId="260"/>
            <ac:grpSpMk id="22" creationId="{16F0C4B5-692D-0239-6FE9-BB2585A121AB}"/>
          </ac:grpSpMkLst>
        </pc:grpChg>
        <pc:picChg chg="del mod modCrop">
          <ac:chgData name="Zion Tippetts" userId="de46ab0373616a2e" providerId="LiveId" clId="{7BE80FD7-F8AD-4FE1-B811-D54E929E65A6}" dt="2026-04-12T19:55:45.716" v="1963" actId="478"/>
          <ac:picMkLst>
            <pc:docMk/>
            <pc:sldMk cId="0" sldId="260"/>
            <ac:picMk id="6" creationId="{00000000-0000-0000-0000-000000000000}"/>
          </ac:picMkLst>
        </pc:picChg>
        <pc:picChg chg="add del mod">
          <ac:chgData name="Zion Tippetts" userId="de46ab0373616a2e" providerId="LiveId" clId="{7BE80FD7-F8AD-4FE1-B811-D54E929E65A6}" dt="2026-04-12T20:25:26.447" v="1980" actId="478"/>
          <ac:picMkLst>
            <pc:docMk/>
            <pc:sldMk cId="0" sldId="260"/>
            <ac:picMk id="8" creationId="{E1F2E2C7-C5D5-BDB7-3BC8-2DEE378CBBF3}"/>
          </ac:picMkLst>
        </pc:picChg>
        <pc:picChg chg="add mod">
          <ac:chgData name="Zion Tippetts" userId="de46ab0373616a2e" providerId="LiveId" clId="{7BE80FD7-F8AD-4FE1-B811-D54E929E65A6}" dt="2026-04-12T21:10:48.734" v="2230" actId="1076"/>
          <ac:picMkLst>
            <pc:docMk/>
            <pc:sldMk cId="0" sldId="260"/>
            <ac:picMk id="10" creationId="{AA5EE1B2-3703-B15A-9F66-974000C84C20}"/>
          </ac:picMkLst>
        </pc:picChg>
        <pc:picChg chg="add del mod">
          <ac:chgData name="Zion Tippetts" userId="de46ab0373616a2e" providerId="LiveId" clId="{7BE80FD7-F8AD-4FE1-B811-D54E929E65A6}" dt="2026-04-12T21:06:26.525" v="2060" actId="478"/>
          <ac:picMkLst>
            <pc:docMk/>
            <pc:sldMk cId="0" sldId="260"/>
            <ac:picMk id="1028" creationId="{C021E599-E477-A073-90CC-DB7889CE8ADC}"/>
          </ac:picMkLst>
        </pc:picChg>
        <pc:picChg chg="add mod">
          <ac:chgData name="Zion Tippetts" userId="de46ab0373616a2e" providerId="LiveId" clId="{7BE80FD7-F8AD-4FE1-B811-D54E929E65A6}" dt="2026-04-12T21:19:55.128" v="2551" actId="1036"/>
          <ac:picMkLst>
            <pc:docMk/>
            <pc:sldMk cId="0" sldId="260"/>
            <ac:picMk id="1030" creationId="{E2AE2492-B6F2-873A-70A1-4BC8A1DDAC70}"/>
          </ac:picMkLst>
        </pc:picChg>
        <pc:picChg chg="add mod">
          <ac:chgData name="Zion Tippetts" userId="de46ab0373616a2e" providerId="LiveId" clId="{7BE80FD7-F8AD-4FE1-B811-D54E929E65A6}" dt="2026-04-12T21:19:50.900" v="2529" actId="1036"/>
          <ac:picMkLst>
            <pc:docMk/>
            <pc:sldMk cId="0" sldId="260"/>
            <ac:picMk id="1032" creationId="{1DE4F8B1-4897-85DE-E077-D5D995127782}"/>
          </ac:picMkLst>
        </pc:picChg>
        <pc:picChg chg="add mod">
          <ac:chgData name="Zion Tippetts" userId="de46ab0373616a2e" providerId="LiveId" clId="{7BE80FD7-F8AD-4FE1-B811-D54E929E65A6}" dt="2026-04-12T21:19:45.456" v="2502" actId="1036"/>
          <ac:picMkLst>
            <pc:docMk/>
            <pc:sldMk cId="0" sldId="260"/>
            <ac:picMk id="1034" creationId="{7FE7B796-F5DB-B521-E451-1C3D68014529}"/>
          </ac:picMkLst>
        </pc:picChg>
        <pc:picChg chg="add mod">
          <ac:chgData name="Zion Tippetts" userId="de46ab0373616a2e" providerId="LiveId" clId="{7BE80FD7-F8AD-4FE1-B811-D54E929E65A6}" dt="2026-04-12T21:19:37.790" v="2477" actId="1035"/>
          <ac:picMkLst>
            <pc:docMk/>
            <pc:sldMk cId="0" sldId="260"/>
            <ac:picMk id="1036" creationId="{BC5BB5B7-2F49-93BC-3FB3-8E9F132208AD}"/>
          </ac:picMkLst>
        </pc:picChg>
        <pc:picChg chg="add mod">
          <ac:chgData name="Zion Tippetts" userId="de46ab0373616a2e" providerId="LiveId" clId="{7BE80FD7-F8AD-4FE1-B811-D54E929E65A6}" dt="2026-04-12T21:19:42.055" v="2490" actId="1036"/>
          <ac:picMkLst>
            <pc:docMk/>
            <pc:sldMk cId="0" sldId="260"/>
            <ac:picMk id="1038" creationId="{CA3D16D2-91D5-CE20-C81B-8AA3E0C0F891}"/>
          </ac:picMkLst>
        </pc:picChg>
        <pc:picChg chg="add">
          <ac:chgData name="Zion Tippetts" userId="de46ab0373616a2e" providerId="LiveId" clId="{7BE80FD7-F8AD-4FE1-B811-D54E929E65A6}" dt="2026-04-12T21:17:13.196" v="2345"/>
          <ac:picMkLst>
            <pc:docMk/>
            <pc:sldMk cId="0" sldId="260"/>
            <ac:picMk id="1040" creationId="{A7A71405-A451-957A-89C8-BCD3E4FCD89F}"/>
          </ac:picMkLst>
        </pc:picChg>
        <pc:cxnChg chg="add mod">
          <ac:chgData name="Zion Tippetts" userId="de46ab0373616a2e" providerId="LiveId" clId="{7BE80FD7-F8AD-4FE1-B811-D54E929E65A6}" dt="2026-04-12T21:45:43.590" v="3034" actId="14100"/>
          <ac:cxnSpMkLst>
            <pc:docMk/>
            <pc:sldMk cId="0" sldId="260"/>
            <ac:cxnSpMk id="25" creationId="{5EACA85E-752E-49BC-BB8A-3310A04A445A}"/>
          </ac:cxnSpMkLst>
        </pc:cxnChg>
        <pc:cxnChg chg="add del mod">
          <ac:chgData name="Zion Tippetts" userId="de46ab0373616a2e" providerId="LiveId" clId="{7BE80FD7-F8AD-4FE1-B811-D54E929E65A6}" dt="2026-04-12T21:18:51.335" v="2365" actId="478"/>
          <ac:cxnSpMkLst>
            <pc:docMk/>
            <pc:sldMk cId="0" sldId="260"/>
            <ac:cxnSpMk id="28" creationId="{84591F47-259E-12DE-06C8-31117C138C43}"/>
          </ac:cxnSpMkLst>
        </pc:cxnChg>
        <pc:cxnChg chg="add del mod">
          <ac:chgData name="Zion Tippetts" userId="de46ab0373616a2e" providerId="LiveId" clId="{7BE80FD7-F8AD-4FE1-B811-D54E929E65A6}" dt="2026-04-12T21:18:48.420" v="2364" actId="478"/>
          <ac:cxnSpMkLst>
            <pc:docMk/>
            <pc:sldMk cId="0" sldId="260"/>
            <ac:cxnSpMk id="29" creationId="{E230AE14-DB1C-16B0-8A42-F81E6446E833}"/>
          </ac:cxnSpMkLst>
        </pc:cxnChg>
        <pc:cxnChg chg="add del mod">
          <ac:chgData name="Zion Tippetts" userId="de46ab0373616a2e" providerId="LiveId" clId="{7BE80FD7-F8AD-4FE1-B811-D54E929E65A6}" dt="2026-04-12T21:18:46.802" v="2363" actId="478"/>
          <ac:cxnSpMkLst>
            <pc:docMk/>
            <pc:sldMk cId="0" sldId="260"/>
            <ac:cxnSpMk id="30" creationId="{967423EE-07BB-CC88-AEF5-C4C85809D4E4}"/>
          </ac:cxnSpMkLst>
        </pc:cxnChg>
        <pc:cxnChg chg="add del mod">
          <ac:chgData name="Zion Tippetts" userId="de46ab0373616a2e" providerId="LiveId" clId="{7BE80FD7-F8AD-4FE1-B811-D54E929E65A6}" dt="2026-04-12T21:18:44.878" v="2362" actId="478"/>
          <ac:cxnSpMkLst>
            <pc:docMk/>
            <pc:sldMk cId="0" sldId="260"/>
            <ac:cxnSpMk id="31" creationId="{C4F2161A-932C-8008-69F9-162F586949B3}"/>
          </ac:cxnSpMkLst>
        </pc:cxnChg>
        <pc:cxnChg chg="add mod">
          <ac:chgData name="Zion Tippetts" userId="de46ab0373616a2e" providerId="LiveId" clId="{7BE80FD7-F8AD-4FE1-B811-D54E929E65A6}" dt="2026-04-12T21:19:06.056" v="2368" actId="14100"/>
          <ac:cxnSpMkLst>
            <pc:docMk/>
            <pc:sldMk cId="0" sldId="260"/>
            <ac:cxnSpMk id="43" creationId="{DA2AF444-6A5D-E7AE-F2C7-A35558E9ACB7}"/>
          </ac:cxnSpMkLst>
        </pc:cxnChg>
      </pc:sldChg>
      <pc:sldChg chg="delSp modSp del mod">
        <pc:chgData name="Zion Tippetts" userId="de46ab0373616a2e" providerId="LiveId" clId="{7BE80FD7-F8AD-4FE1-B811-D54E929E65A6}" dt="2026-04-12T22:37:42.259" v="3072" actId="47"/>
        <pc:sldMkLst>
          <pc:docMk/>
          <pc:sldMk cId="0" sldId="261"/>
        </pc:sldMkLst>
        <pc:spChg chg="mod">
          <ac:chgData name="Zion Tippetts" userId="de46ab0373616a2e" providerId="LiveId" clId="{7BE80FD7-F8AD-4FE1-B811-D54E929E65A6}" dt="2026-04-12T21:54:57.552" v="3057" actId="255"/>
          <ac:spMkLst>
            <pc:docMk/>
            <pc:sldMk cId="0" sldId="261"/>
            <ac:spMk id="3" creationId="{00000000-0000-0000-0000-000000000000}"/>
          </ac:spMkLst>
        </pc:spChg>
        <pc:spChg chg="mod">
          <ac:chgData name="Zion Tippetts" userId="de46ab0373616a2e" providerId="LiveId" clId="{7BE80FD7-F8AD-4FE1-B811-D54E929E65A6}" dt="2026-04-12T22:20:51.401" v="3064" actId="1076"/>
          <ac:spMkLst>
            <pc:docMk/>
            <pc:sldMk cId="0" sldId="261"/>
            <ac:spMk id="6" creationId="{00000000-0000-0000-0000-000000000000}"/>
          </ac:spMkLst>
        </pc:spChg>
        <pc:graphicFrameChg chg="del">
          <ac:chgData name="Zion Tippetts" userId="de46ab0373616a2e" providerId="LiveId" clId="{7BE80FD7-F8AD-4FE1-B811-D54E929E65A6}" dt="2026-04-12T22:20:44.337" v="3062" actId="478"/>
          <ac:graphicFrameMkLst>
            <pc:docMk/>
            <pc:sldMk cId="0" sldId="261"/>
            <ac:graphicFrameMk id="5" creationId="{00000000-0000-0000-0000-000000000000}"/>
          </ac:graphicFrameMkLst>
        </pc:graphicFrameChg>
        <pc:picChg chg="del mod">
          <ac:chgData name="Zion Tippetts" userId="de46ab0373616a2e" providerId="LiveId" clId="{7BE80FD7-F8AD-4FE1-B811-D54E929E65A6}" dt="2026-04-12T22:20:45.939" v="3063" actId="478"/>
          <ac:picMkLst>
            <pc:docMk/>
            <pc:sldMk cId="0" sldId="261"/>
            <ac:picMk id="7" creationId="{00000000-0000-0000-0000-000000000000}"/>
          </ac:picMkLst>
        </pc:picChg>
      </pc:sldChg>
      <pc:sldChg chg="modSp del mod">
        <pc:chgData name="Zion Tippetts" userId="de46ab0373616a2e" providerId="LiveId" clId="{7BE80FD7-F8AD-4FE1-B811-D54E929E65A6}" dt="2026-04-13T02:14:34.861" v="5288" actId="47"/>
        <pc:sldMkLst>
          <pc:docMk/>
          <pc:sldMk cId="0" sldId="262"/>
        </pc:sldMkLst>
        <pc:spChg chg="mod">
          <ac:chgData name="Zion Tippetts" userId="de46ab0373616a2e" providerId="LiveId" clId="{7BE80FD7-F8AD-4FE1-B811-D54E929E65A6}" dt="2026-04-13T01:28:28.389" v="4803" actId="1076"/>
          <ac:spMkLst>
            <pc:docMk/>
            <pc:sldMk cId="0" sldId="262"/>
            <ac:spMk id="5" creationId="{00000000-0000-0000-0000-000000000000}"/>
          </ac:spMkLst>
        </pc:spChg>
      </pc:sldChg>
      <pc:sldChg chg="del">
        <pc:chgData name="Zion Tippetts" userId="de46ab0373616a2e" providerId="LiveId" clId="{7BE80FD7-F8AD-4FE1-B811-D54E929E65A6}" dt="2026-04-13T02:26:40.874" v="5289" actId="47"/>
        <pc:sldMkLst>
          <pc:docMk/>
          <pc:sldMk cId="0" sldId="263"/>
        </pc:sldMkLst>
      </pc:sldChg>
      <pc:sldChg chg="addSp delSp modSp mod">
        <pc:chgData name="Zion Tippetts" userId="de46ab0373616a2e" providerId="LiveId" clId="{7BE80FD7-F8AD-4FE1-B811-D54E929E65A6}" dt="2026-04-13T03:08:29.907" v="5770" actId="6549"/>
        <pc:sldMkLst>
          <pc:docMk/>
          <pc:sldMk cId="0" sldId="264"/>
        </pc:sldMkLst>
        <pc:spChg chg="mod">
          <ac:chgData name="Zion Tippetts" userId="de46ab0373616a2e" providerId="LiveId" clId="{7BE80FD7-F8AD-4FE1-B811-D54E929E65A6}" dt="2026-04-13T02:37:38.161" v="5328" actId="255"/>
          <ac:spMkLst>
            <pc:docMk/>
            <pc:sldMk cId="0" sldId="264"/>
            <ac:spMk id="3" creationId="{00000000-0000-0000-0000-000000000000}"/>
          </ac:spMkLst>
        </pc:spChg>
        <pc:spChg chg="mod">
          <ac:chgData name="Zion Tippetts" userId="de46ab0373616a2e" providerId="LiveId" clId="{7BE80FD7-F8AD-4FE1-B811-D54E929E65A6}" dt="2026-04-13T03:08:29.907" v="5770" actId="6549"/>
          <ac:spMkLst>
            <pc:docMk/>
            <pc:sldMk cId="0" sldId="264"/>
            <ac:spMk id="4" creationId="{00000000-0000-0000-0000-000000000000}"/>
          </ac:spMkLst>
        </pc:spChg>
        <pc:spChg chg="mod">
          <ac:chgData name="Zion Tippetts" userId="de46ab0373616a2e" providerId="LiveId" clId="{7BE80FD7-F8AD-4FE1-B811-D54E929E65A6}" dt="2026-04-13T02:46:20.219" v="5484" actId="1076"/>
          <ac:spMkLst>
            <pc:docMk/>
            <pc:sldMk cId="0" sldId="264"/>
            <ac:spMk id="5" creationId="{00000000-0000-0000-0000-000000000000}"/>
          </ac:spMkLst>
        </pc:spChg>
        <pc:spChg chg="add mod">
          <ac:chgData name="Zion Tippetts" userId="de46ab0373616a2e" providerId="LiveId" clId="{7BE80FD7-F8AD-4FE1-B811-D54E929E65A6}" dt="2026-04-13T02:48:20.588" v="5516" actId="14100"/>
          <ac:spMkLst>
            <pc:docMk/>
            <pc:sldMk cId="0" sldId="264"/>
            <ac:spMk id="6" creationId="{2A1DABEE-6864-1323-149F-6281E1E35D36}"/>
          </ac:spMkLst>
        </pc:spChg>
        <pc:spChg chg="add del mod ord">
          <ac:chgData name="Zion Tippetts" userId="de46ab0373616a2e" providerId="LiveId" clId="{7BE80FD7-F8AD-4FE1-B811-D54E929E65A6}" dt="2026-04-13T02:44:39.945" v="5403" actId="478"/>
          <ac:spMkLst>
            <pc:docMk/>
            <pc:sldMk cId="0" sldId="264"/>
            <ac:spMk id="11" creationId="{3A5C4CB3-E6F7-0DCE-7049-1126440D8C2E}"/>
          </ac:spMkLst>
        </pc:spChg>
        <pc:spChg chg="add mod">
          <ac:chgData name="Zion Tippetts" userId="de46ab0373616a2e" providerId="LiveId" clId="{7BE80FD7-F8AD-4FE1-B811-D54E929E65A6}" dt="2026-04-13T02:48:25.701" v="5518" actId="14100"/>
          <ac:spMkLst>
            <pc:docMk/>
            <pc:sldMk cId="0" sldId="264"/>
            <ac:spMk id="12" creationId="{4EA14DE3-AB0C-E16F-3A7B-AB5E6CA6B88F}"/>
          </ac:spMkLst>
        </pc:spChg>
        <pc:spChg chg="add mod ord">
          <ac:chgData name="Zion Tippetts" userId="de46ab0373616a2e" providerId="LiveId" clId="{7BE80FD7-F8AD-4FE1-B811-D54E929E65A6}" dt="2026-04-13T02:48:06.511" v="5508" actId="164"/>
          <ac:spMkLst>
            <pc:docMk/>
            <pc:sldMk cId="0" sldId="264"/>
            <ac:spMk id="13" creationId="{24F24A5E-D689-F8B6-E304-37BF3B59C636}"/>
          </ac:spMkLst>
        </pc:spChg>
        <pc:grpChg chg="add mod">
          <ac:chgData name="Zion Tippetts" userId="de46ab0373616a2e" providerId="LiveId" clId="{7BE80FD7-F8AD-4FE1-B811-D54E929E65A6}" dt="2026-04-13T02:48:16.375" v="5515" actId="1038"/>
          <ac:grpSpMkLst>
            <pc:docMk/>
            <pc:sldMk cId="0" sldId="264"/>
            <ac:grpSpMk id="14" creationId="{DC474E32-FB36-5950-E20C-86F4C06EE6D5}"/>
          </ac:grpSpMkLst>
        </pc:grpChg>
        <pc:picChg chg="add del mod">
          <ac:chgData name="Zion Tippetts" userId="de46ab0373616a2e" providerId="LiveId" clId="{7BE80FD7-F8AD-4FE1-B811-D54E929E65A6}" dt="2026-04-13T02:41:18.740" v="5357" actId="478"/>
          <ac:picMkLst>
            <pc:docMk/>
            <pc:sldMk cId="0" sldId="264"/>
            <ac:picMk id="8" creationId="{8DB2361D-3F9F-C351-298C-6EF83ACEF9CC}"/>
          </ac:picMkLst>
        </pc:picChg>
        <pc:picChg chg="add mod ord">
          <ac:chgData name="Zion Tippetts" userId="de46ab0373616a2e" providerId="LiveId" clId="{7BE80FD7-F8AD-4FE1-B811-D54E929E65A6}" dt="2026-04-13T02:48:06.511" v="5508" actId="164"/>
          <ac:picMkLst>
            <pc:docMk/>
            <pc:sldMk cId="0" sldId="264"/>
            <ac:picMk id="10" creationId="{1D4278F5-F5A4-69D7-6824-FC147859A931}"/>
          </ac:picMkLst>
        </pc:picChg>
      </pc:sldChg>
      <pc:sldChg chg="addSp delSp modSp mod">
        <pc:chgData name="Zion Tippetts" userId="de46ab0373616a2e" providerId="LiveId" clId="{7BE80FD7-F8AD-4FE1-B811-D54E929E65A6}" dt="2026-04-13T03:08:34.995" v="5772" actId="20577"/>
        <pc:sldMkLst>
          <pc:docMk/>
          <pc:sldMk cId="0" sldId="265"/>
        </pc:sldMkLst>
        <pc:spChg chg="mod">
          <ac:chgData name="Zion Tippetts" userId="de46ab0373616a2e" providerId="LiveId" clId="{7BE80FD7-F8AD-4FE1-B811-D54E929E65A6}" dt="2026-04-13T02:49:00.735" v="5519" actId="255"/>
          <ac:spMkLst>
            <pc:docMk/>
            <pc:sldMk cId="0" sldId="265"/>
            <ac:spMk id="3" creationId="{00000000-0000-0000-0000-000000000000}"/>
          </ac:spMkLst>
        </pc:spChg>
        <pc:spChg chg="mod">
          <ac:chgData name="Zion Tippetts" userId="de46ab0373616a2e" providerId="LiveId" clId="{7BE80FD7-F8AD-4FE1-B811-D54E929E65A6}" dt="2026-04-13T03:08:34.995" v="5772" actId="20577"/>
          <ac:spMkLst>
            <pc:docMk/>
            <pc:sldMk cId="0" sldId="265"/>
            <ac:spMk id="4" creationId="{00000000-0000-0000-0000-000000000000}"/>
          </ac:spMkLst>
        </pc:spChg>
        <pc:spChg chg="mod">
          <ac:chgData name="Zion Tippetts" userId="de46ab0373616a2e" providerId="LiveId" clId="{7BE80FD7-F8AD-4FE1-B811-D54E929E65A6}" dt="2026-04-13T02:55:26.399" v="5750" actId="14100"/>
          <ac:spMkLst>
            <pc:docMk/>
            <pc:sldMk cId="0" sldId="265"/>
            <ac:spMk id="5" creationId="{00000000-0000-0000-0000-000000000000}"/>
          </ac:spMkLst>
        </pc:spChg>
        <pc:spChg chg="add mod">
          <ac:chgData name="Zion Tippetts" userId="de46ab0373616a2e" providerId="LiveId" clId="{7BE80FD7-F8AD-4FE1-B811-D54E929E65A6}" dt="2026-04-13T02:51:35.849" v="5536" actId="208"/>
          <ac:spMkLst>
            <pc:docMk/>
            <pc:sldMk cId="0" sldId="265"/>
            <ac:spMk id="6" creationId="{454ABCAD-99F5-B6DF-C1D7-29C4046B87BB}"/>
          </ac:spMkLst>
        </pc:spChg>
        <pc:spChg chg="add del">
          <ac:chgData name="Zion Tippetts" userId="de46ab0373616a2e" providerId="LiveId" clId="{7BE80FD7-F8AD-4FE1-B811-D54E929E65A6}" dt="2026-04-13T02:51:59.666" v="5538" actId="478"/>
          <ac:spMkLst>
            <pc:docMk/>
            <pc:sldMk cId="0" sldId="265"/>
            <ac:spMk id="7" creationId="{3B743870-6EA0-4A58-4047-0CC460D94FE3}"/>
          </ac:spMkLst>
        </pc:spChg>
        <pc:spChg chg="add mod">
          <ac:chgData name="Zion Tippetts" userId="de46ab0373616a2e" providerId="LiveId" clId="{7BE80FD7-F8AD-4FE1-B811-D54E929E65A6}" dt="2026-04-13T02:52:28.509" v="5684" actId="14100"/>
          <ac:spMkLst>
            <pc:docMk/>
            <pc:sldMk cId="0" sldId="265"/>
            <ac:spMk id="8" creationId="{79B95027-9A3E-1542-45A9-6A8B6EDD3468}"/>
          </ac:spMkLst>
        </pc:spChg>
        <pc:spChg chg="add mod">
          <ac:chgData name="Zion Tippetts" userId="de46ab0373616a2e" providerId="LiveId" clId="{7BE80FD7-F8AD-4FE1-B811-D54E929E65A6}" dt="2026-04-13T02:52:51.532" v="5724" actId="14100"/>
          <ac:spMkLst>
            <pc:docMk/>
            <pc:sldMk cId="0" sldId="265"/>
            <ac:spMk id="9" creationId="{67D3A2A2-3CBA-17EF-E7BC-8C0057B49600}"/>
          </ac:spMkLst>
        </pc:spChg>
        <pc:spChg chg="add mod">
          <ac:chgData name="Zion Tippetts" userId="de46ab0373616a2e" providerId="LiveId" clId="{7BE80FD7-F8AD-4FE1-B811-D54E929E65A6}" dt="2026-04-13T02:52:58.811" v="5725" actId="14100"/>
          <ac:spMkLst>
            <pc:docMk/>
            <pc:sldMk cId="0" sldId="265"/>
            <ac:spMk id="10" creationId="{1D210850-EAC1-CC8B-B224-871FB166D8A5}"/>
          </ac:spMkLst>
        </pc:spChg>
        <pc:spChg chg="add mod ord">
          <ac:chgData name="Zion Tippetts" userId="de46ab0373616a2e" providerId="LiveId" clId="{7BE80FD7-F8AD-4FE1-B811-D54E929E65A6}" dt="2026-04-13T02:56:44.319" v="5757" actId="1035"/>
          <ac:spMkLst>
            <pc:docMk/>
            <pc:sldMk cId="0" sldId="265"/>
            <ac:spMk id="11" creationId="{ED4F8FD1-121F-0ADA-CB23-A1121BC8F920}"/>
          </ac:spMkLst>
        </pc:spChg>
        <pc:picChg chg="add mod">
          <ac:chgData name="Zion Tippetts" userId="de46ab0373616a2e" providerId="LiveId" clId="{7BE80FD7-F8AD-4FE1-B811-D54E929E65A6}" dt="2026-04-13T02:56:16.036" v="5754" actId="1076"/>
          <ac:picMkLst>
            <pc:docMk/>
            <pc:sldMk cId="0" sldId="265"/>
            <ac:picMk id="13" creationId="{5D2CB1F9-C1E4-714A-F17C-3605C1D911A7}"/>
          </ac:picMkLst>
        </pc:picChg>
        <pc:picChg chg="add mod">
          <ac:chgData name="Zion Tippetts" userId="de46ab0373616a2e" providerId="LiveId" clId="{7BE80FD7-F8AD-4FE1-B811-D54E929E65A6}" dt="2026-04-13T02:54:45.868" v="5731" actId="1076"/>
          <ac:picMkLst>
            <pc:docMk/>
            <pc:sldMk cId="0" sldId="265"/>
            <ac:picMk id="2050" creationId="{16BA5449-6F87-B500-6BFA-3DE88D344616}"/>
          </ac:picMkLst>
        </pc:picChg>
        <pc:cxnChg chg="add mod">
          <ac:chgData name="Zion Tippetts" userId="de46ab0373616a2e" providerId="LiveId" clId="{7BE80FD7-F8AD-4FE1-B811-D54E929E65A6}" dt="2026-04-13T02:56:38.486" v="5756" actId="13822"/>
          <ac:cxnSpMkLst>
            <pc:docMk/>
            <pc:sldMk cId="0" sldId="265"/>
            <ac:cxnSpMk id="15" creationId="{158F63C7-8478-E37D-B7D4-7B4A5E273A03}"/>
          </ac:cxnSpMkLst>
        </pc:cxnChg>
      </pc:sldChg>
      <pc:sldChg chg="addSp delSp modSp add mod">
        <pc:chgData name="Zion Tippetts" userId="de46ab0373616a2e" providerId="LiveId" clId="{7BE80FD7-F8AD-4FE1-B811-D54E929E65A6}" dt="2026-04-12T03:45:28.531" v="1101" actId="14100"/>
        <pc:sldMkLst>
          <pc:docMk/>
          <pc:sldMk cId="1538350790" sldId="266"/>
        </pc:sldMkLst>
        <pc:spChg chg="mod">
          <ac:chgData name="Zion Tippetts" userId="de46ab0373616a2e" providerId="LiveId" clId="{7BE80FD7-F8AD-4FE1-B811-D54E929E65A6}" dt="2026-04-12T03:04:35.005" v="414" actId="255"/>
          <ac:spMkLst>
            <pc:docMk/>
            <pc:sldMk cId="1538350790" sldId="266"/>
            <ac:spMk id="3" creationId="{16999ACE-4D6B-8EA6-81A9-F0A55E935C25}"/>
          </ac:spMkLst>
        </pc:spChg>
        <pc:spChg chg="del">
          <ac:chgData name="Zion Tippetts" userId="de46ab0373616a2e" providerId="LiveId" clId="{7BE80FD7-F8AD-4FE1-B811-D54E929E65A6}" dt="2026-04-12T02:56:29.981" v="270" actId="478"/>
          <ac:spMkLst>
            <pc:docMk/>
            <pc:sldMk cId="1538350790" sldId="266"/>
            <ac:spMk id="5" creationId="{20B4E803-51FB-D837-BDBD-59A0D0725345}"/>
          </ac:spMkLst>
        </pc:spChg>
        <pc:spChg chg="add mod">
          <ac:chgData name="Zion Tippetts" userId="de46ab0373616a2e" providerId="LiveId" clId="{7BE80FD7-F8AD-4FE1-B811-D54E929E65A6}" dt="2026-04-12T02:57:55.155" v="279" actId="1076"/>
          <ac:spMkLst>
            <pc:docMk/>
            <pc:sldMk cId="1538350790" sldId="266"/>
            <ac:spMk id="6" creationId="{BA8D0E4D-59DC-B64A-A92D-2CDDD96D2EDF}"/>
          </ac:spMkLst>
        </pc:spChg>
        <pc:spChg chg="add mod">
          <ac:chgData name="Zion Tippetts" userId="de46ab0373616a2e" providerId="LiveId" clId="{7BE80FD7-F8AD-4FE1-B811-D54E929E65A6}" dt="2026-04-12T03:03:21.146" v="403" actId="1035"/>
          <ac:spMkLst>
            <pc:docMk/>
            <pc:sldMk cId="1538350790" sldId="266"/>
            <ac:spMk id="9" creationId="{0FEB89A7-8127-BAE0-54D5-A23AB692DF0B}"/>
          </ac:spMkLst>
        </pc:spChg>
        <pc:spChg chg="add mod ord">
          <ac:chgData name="Zion Tippetts" userId="de46ab0373616a2e" providerId="LiveId" clId="{7BE80FD7-F8AD-4FE1-B811-D54E929E65A6}" dt="2026-04-12T03:27:40.374" v="1074" actId="14100"/>
          <ac:spMkLst>
            <pc:docMk/>
            <pc:sldMk cId="1538350790" sldId="266"/>
            <ac:spMk id="10" creationId="{1AEB2D72-9207-AC2E-6765-00C89337DC98}"/>
          </ac:spMkLst>
        </pc:spChg>
        <pc:spChg chg="add mod">
          <ac:chgData name="Zion Tippetts" userId="de46ab0373616a2e" providerId="LiveId" clId="{7BE80FD7-F8AD-4FE1-B811-D54E929E65A6}" dt="2026-04-12T03:03:49.808" v="410" actId="1076"/>
          <ac:spMkLst>
            <pc:docMk/>
            <pc:sldMk cId="1538350790" sldId="266"/>
            <ac:spMk id="13" creationId="{2A8A321D-44E9-E2CA-82BF-84BCBC7ADB03}"/>
          </ac:spMkLst>
        </pc:spChg>
        <pc:spChg chg="add mod">
          <ac:chgData name="Zion Tippetts" userId="de46ab0373616a2e" providerId="LiveId" clId="{7BE80FD7-F8AD-4FE1-B811-D54E929E65A6}" dt="2026-04-12T03:15:34.464" v="819" actId="1037"/>
          <ac:spMkLst>
            <pc:docMk/>
            <pc:sldMk cId="1538350790" sldId="266"/>
            <ac:spMk id="14" creationId="{67FB861F-3028-E9BE-A629-C4FC787785FE}"/>
          </ac:spMkLst>
        </pc:spChg>
        <pc:spChg chg="add mod">
          <ac:chgData name="Zion Tippetts" userId="de46ab0373616a2e" providerId="LiveId" clId="{7BE80FD7-F8AD-4FE1-B811-D54E929E65A6}" dt="2026-04-12T03:45:28.531" v="1101" actId="14100"/>
          <ac:spMkLst>
            <pc:docMk/>
            <pc:sldMk cId="1538350790" sldId="266"/>
            <ac:spMk id="15" creationId="{37A5AFF1-252C-0150-9463-01A84647483E}"/>
          </ac:spMkLst>
        </pc:spChg>
        <pc:spChg chg="add mod">
          <ac:chgData name="Zion Tippetts" userId="de46ab0373616a2e" providerId="LiveId" clId="{7BE80FD7-F8AD-4FE1-B811-D54E929E65A6}" dt="2026-04-12T03:15:34.464" v="819" actId="1037"/>
          <ac:spMkLst>
            <pc:docMk/>
            <pc:sldMk cId="1538350790" sldId="266"/>
            <ac:spMk id="16" creationId="{5086019F-C5CB-6ED6-1C60-5623A1931AC8}"/>
          </ac:spMkLst>
        </pc:spChg>
        <pc:spChg chg="add mod">
          <ac:chgData name="Zion Tippetts" userId="de46ab0373616a2e" providerId="LiveId" clId="{7BE80FD7-F8AD-4FE1-B811-D54E929E65A6}" dt="2026-04-12T03:45:04.014" v="1081" actId="14100"/>
          <ac:spMkLst>
            <pc:docMk/>
            <pc:sldMk cId="1538350790" sldId="266"/>
            <ac:spMk id="17" creationId="{550FE89B-6903-F937-33DF-52A7D2CE440B}"/>
          </ac:spMkLst>
        </pc:spChg>
        <pc:spChg chg="add mod">
          <ac:chgData name="Zion Tippetts" userId="de46ab0373616a2e" providerId="LiveId" clId="{7BE80FD7-F8AD-4FE1-B811-D54E929E65A6}" dt="2026-04-12T03:22:39.001" v="1060" actId="1035"/>
          <ac:spMkLst>
            <pc:docMk/>
            <pc:sldMk cId="1538350790" sldId="266"/>
            <ac:spMk id="18" creationId="{A83DC4AE-B62A-0C5A-8FC1-6C9DA534B9A2}"/>
          </ac:spMkLst>
        </pc:spChg>
        <pc:spChg chg="add mod">
          <ac:chgData name="Zion Tippetts" userId="de46ab0373616a2e" providerId="LiveId" clId="{7BE80FD7-F8AD-4FE1-B811-D54E929E65A6}" dt="2026-04-12T03:22:39.001" v="1060" actId="1035"/>
          <ac:spMkLst>
            <pc:docMk/>
            <pc:sldMk cId="1538350790" sldId="266"/>
            <ac:spMk id="19" creationId="{9A3E9D1B-5C7A-9A44-56C8-16B4277A351C}"/>
          </ac:spMkLst>
        </pc:spChg>
        <pc:spChg chg="add mod">
          <ac:chgData name="Zion Tippetts" userId="de46ab0373616a2e" providerId="LiveId" clId="{7BE80FD7-F8AD-4FE1-B811-D54E929E65A6}" dt="2026-04-12T03:22:39.001" v="1060" actId="1035"/>
          <ac:spMkLst>
            <pc:docMk/>
            <pc:sldMk cId="1538350790" sldId="266"/>
            <ac:spMk id="22" creationId="{74B542D6-2185-E262-06FE-31AD10C24707}"/>
          </ac:spMkLst>
        </pc:spChg>
        <pc:picChg chg="add mod">
          <ac:chgData name="Zion Tippetts" userId="de46ab0373616a2e" providerId="LiveId" clId="{7BE80FD7-F8AD-4FE1-B811-D54E929E65A6}" dt="2026-04-12T02:57:57.668" v="284" actId="1035"/>
          <ac:picMkLst>
            <pc:docMk/>
            <pc:sldMk cId="1538350790" sldId="266"/>
            <ac:picMk id="8" creationId="{89FF1EDF-4842-4E17-68DB-E127C370B509}"/>
          </ac:picMkLst>
        </pc:picChg>
        <pc:picChg chg="add mod">
          <ac:chgData name="Zion Tippetts" userId="de46ab0373616a2e" providerId="LiveId" clId="{7BE80FD7-F8AD-4FE1-B811-D54E929E65A6}" dt="2026-04-12T03:03:32.153" v="406" actId="1076"/>
          <ac:picMkLst>
            <pc:docMk/>
            <pc:sldMk cId="1538350790" sldId="266"/>
            <ac:picMk id="12" creationId="{D2DBDE49-EC66-BDC4-149A-7DF422521BD7}"/>
          </ac:picMkLst>
        </pc:picChg>
        <pc:picChg chg="add del mod">
          <ac:chgData name="Zion Tippetts" userId="de46ab0373616a2e" providerId="LiveId" clId="{7BE80FD7-F8AD-4FE1-B811-D54E929E65A6}" dt="2026-04-12T03:18:50.506" v="970" actId="478"/>
          <ac:picMkLst>
            <pc:docMk/>
            <pc:sldMk cId="1538350790" sldId="266"/>
            <ac:picMk id="21" creationId="{AC8D4B24-7C98-1C54-AA8E-71D7ADACAB13}"/>
          </ac:picMkLst>
        </pc:picChg>
      </pc:sldChg>
      <pc:sldChg chg="addSp delSp modSp add del mod">
        <pc:chgData name="Zion Tippetts" userId="de46ab0373616a2e" providerId="LiveId" clId="{7BE80FD7-F8AD-4FE1-B811-D54E929E65A6}" dt="2026-04-12T04:10:28.657" v="1859" actId="47"/>
        <pc:sldMkLst>
          <pc:docMk/>
          <pc:sldMk cId="2165951053" sldId="267"/>
        </pc:sldMkLst>
        <pc:spChg chg="del mod">
          <ac:chgData name="Zion Tippetts" userId="de46ab0373616a2e" providerId="LiveId" clId="{7BE80FD7-F8AD-4FE1-B811-D54E929E65A6}" dt="2026-04-12T03:29:27.362" v="1077" actId="478"/>
          <ac:spMkLst>
            <pc:docMk/>
            <pc:sldMk cId="2165951053" sldId="267"/>
            <ac:spMk id="5" creationId="{9FAFC533-37F2-4340-FD06-55979D3CC170}"/>
          </ac:spMkLst>
        </pc:spChg>
        <pc:spChg chg="add mod">
          <ac:chgData name="Zion Tippetts" userId="de46ab0373616a2e" providerId="LiveId" clId="{7BE80FD7-F8AD-4FE1-B811-D54E929E65A6}" dt="2026-04-12T03:46:37.165" v="1104" actId="2085"/>
          <ac:spMkLst>
            <pc:docMk/>
            <pc:sldMk cId="2165951053" sldId="267"/>
            <ac:spMk id="6" creationId="{AA47105E-ECE9-3A79-C1E5-9CBB4CC159CA}"/>
          </ac:spMkLst>
        </pc:spChg>
      </pc:sldChg>
      <pc:sldChg chg="addSp delSp modSp add mod ord">
        <pc:chgData name="Zion Tippetts" userId="de46ab0373616a2e" providerId="LiveId" clId="{7BE80FD7-F8AD-4FE1-B811-D54E929E65A6}" dt="2026-04-13T03:07:38.213" v="5759" actId="20577"/>
        <pc:sldMkLst>
          <pc:docMk/>
          <pc:sldMk cId="4266861792" sldId="268"/>
        </pc:sldMkLst>
        <pc:spChg chg="mod">
          <ac:chgData name="Zion Tippetts" userId="de46ab0373616a2e" providerId="LiveId" clId="{7BE80FD7-F8AD-4FE1-B811-D54E929E65A6}" dt="2026-04-12T03:47:09.517" v="1122" actId="20577"/>
          <ac:spMkLst>
            <pc:docMk/>
            <pc:sldMk cId="4266861792" sldId="268"/>
            <ac:spMk id="3" creationId="{AA2FCA1A-F9DC-08BF-B4A7-4AE9056DE9D9}"/>
          </ac:spMkLst>
        </pc:spChg>
        <pc:spChg chg="mod">
          <ac:chgData name="Zion Tippetts" userId="de46ab0373616a2e" providerId="LiveId" clId="{7BE80FD7-F8AD-4FE1-B811-D54E929E65A6}" dt="2026-04-13T03:07:38.213" v="5759" actId="20577"/>
          <ac:spMkLst>
            <pc:docMk/>
            <pc:sldMk cId="4266861792" sldId="268"/>
            <ac:spMk id="4" creationId="{83652E30-2321-9624-80F5-EA6662C0E082}"/>
          </ac:spMkLst>
        </pc:spChg>
        <pc:spChg chg="add mod">
          <ac:chgData name="Zion Tippetts" userId="de46ab0373616a2e" providerId="LiveId" clId="{7BE80FD7-F8AD-4FE1-B811-D54E929E65A6}" dt="2026-04-12T03:58:04.579" v="1456" actId="1037"/>
          <ac:spMkLst>
            <pc:docMk/>
            <pc:sldMk cId="4266861792" sldId="268"/>
            <ac:spMk id="5" creationId="{4998182D-BDD3-75AA-FC3D-DA255E37E109}"/>
          </ac:spMkLst>
        </pc:spChg>
        <pc:spChg chg="add mod">
          <ac:chgData name="Zion Tippetts" userId="de46ab0373616a2e" providerId="LiveId" clId="{7BE80FD7-F8AD-4FE1-B811-D54E929E65A6}" dt="2026-04-12T04:02:56.089" v="1532" actId="20577"/>
          <ac:spMkLst>
            <pc:docMk/>
            <pc:sldMk cId="4266861792" sldId="268"/>
            <ac:spMk id="7" creationId="{16C963FC-2DC2-ECBB-6531-2A32FD3B3FA9}"/>
          </ac:spMkLst>
        </pc:spChg>
        <pc:spChg chg="mod">
          <ac:chgData name="Zion Tippetts" userId="de46ab0373616a2e" providerId="LiveId" clId="{7BE80FD7-F8AD-4FE1-B811-D54E929E65A6}" dt="2026-04-12T03:58:08.785" v="1462" actId="1037"/>
          <ac:spMkLst>
            <pc:docMk/>
            <pc:sldMk cId="4266861792" sldId="268"/>
            <ac:spMk id="9" creationId="{DD31F39E-97E8-79D8-CFEA-F133A5E1F7B8}"/>
          </ac:spMkLst>
        </pc:spChg>
        <pc:spChg chg="mod">
          <ac:chgData name="Zion Tippetts" userId="de46ab0373616a2e" providerId="LiveId" clId="{7BE80FD7-F8AD-4FE1-B811-D54E929E65A6}" dt="2026-04-12T03:59:10.621" v="1477" actId="1076"/>
          <ac:spMkLst>
            <pc:docMk/>
            <pc:sldMk cId="4266861792" sldId="268"/>
            <ac:spMk id="10" creationId="{37F3E266-5413-7C11-F2D7-5319AB2D248F}"/>
          </ac:spMkLst>
        </pc:spChg>
        <pc:spChg chg="add mod">
          <ac:chgData name="Zion Tippetts" userId="de46ab0373616a2e" providerId="LiveId" clId="{7BE80FD7-F8AD-4FE1-B811-D54E929E65A6}" dt="2026-04-12T03:58:30.760" v="1471" actId="1076"/>
          <ac:spMkLst>
            <pc:docMk/>
            <pc:sldMk cId="4266861792" sldId="268"/>
            <ac:spMk id="11" creationId="{A74B2C49-8FB2-35D9-423F-CD16B635141F}"/>
          </ac:spMkLst>
        </pc:spChg>
        <pc:spChg chg="del">
          <ac:chgData name="Zion Tippetts" userId="de46ab0373616a2e" providerId="LiveId" clId="{7BE80FD7-F8AD-4FE1-B811-D54E929E65A6}" dt="2026-04-12T03:51:32.967" v="1279" actId="478"/>
          <ac:spMkLst>
            <pc:docMk/>
            <pc:sldMk cId="4266861792" sldId="268"/>
            <ac:spMk id="13" creationId="{7B4D8687-D46E-C396-7157-7C06E7C7F1A2}"/>
          </ac:spMkLst>
        </pc:spChg>
        <pc:spChg chg="del">
          <ac:chgData name="Zion Tippetts" userId="de46ab0373616a2e" providerId="LiveId" clId="{7BE80FD7-F8AD-4FE1-B811-D54E929E65A6}" dt="2026-04-12T03:51:36.256" v="1280" actId="478"/>
          <ac:spMkLst>
            <pc:docMk/>
            <pc:sldMk cId="4266861792" sldId="268"/>
            <ac:spMk id="14" creationId="{7FC9AADF-9FD6-CB5A-F855-4B27E182425D}"/>
          </ac:spMkLst>
        </pc:spChg>
        <pc:spChg chg="del">
          <ac:chgData name="Zion Tippetts" userId="de46ab0373616a2e" providerId="LiveId" clId="{7BE80FD7-F8AD-4FE1-B811-D54E929E65A6}" dt="2026-04-12T03:51:32.967" v="1279" actId="478"/>
          <ac:spMkLst>
            <pc:docMk/>
            <pc:sldMk cId="4266861792" sldId="268"/>
            <ac:spMk id="15" creationId="{AA0DB382-CFF6-3694-C7AD-9CAC79112D81}"/>
          </ac:spMkLst>
        </pc:spChg>
        <pc:spChg chg="del">
          <ac:chgData name="Zion Tippetts" userId="de46ab0373616a2e" providerId="LiveId" clId="{7BE80FD7-F8AD-4FE1-B811-D54E929E65A6}" dt="2026-04-12T03:51:32.967" v="1279" actId="478"/>
          <ac:spMkLst>
            <pc:docMk/>
            <pc:sldMk cId="4266861792" sldId="268"/>
            <ac:spMk id="16" creationId="{6B9342CD-8424-A0B9-83CA-EF37C5F1F561}"/>
          </ac:spMkLst>
        </pc:spChg>
        <pc:spChg chg="del">
          <ac:chgData name="Zion Tippetts" userId="de46ab0373616a2e" providerId="LiveId" clId="{7BE80FD7-F8AD-4FE1-B811-D54E929E65A6}" dt="2026-04-12T03:51:32.967" v="1279" actId="478"/>
          <ac:spMkLst>
            <pc:docMk/>
            <pc:sldMk cId="4266861792" sldId="268"/>
            <ac:spMk id="17" creationId="{CBBAB458-BAE2-7E0A-E824-83778395DF27}"/>
          </ac:spMkLst>
        </pc:spChg>
        <pc:spChg chg="del">
          <ac:chgData name="Zion Tippetts" userId="de46ab0373616a2e" providerId="LiveId" clId="{7BE80FD7-F8AD-4FE1-B811-D54E929E65A6}" dt="2026-04-12T03:51:32.967" v="1279" actId="478"/>
          <ac:spMkLst>
            <pc:docMk/>
            <pc:sldMk cId="4266861792" sldId="268"/>
            <ac:spMk id="18" creationId="{2A9FC019-BDB9-AFCF-8633-F1CB8BF4B961}"/>
          </ac:spMkLst>
        </pc:spChg>
        <pc:spChg chg="del">
          <ac:chgData name="Zion Tippetts" userId="de46ab0373616a2e" providerId="LiveId" clId="{7BE80FD7-F8AD-4FE1-B811-D54E929E65A6}" dt="2026-04-12T03:51:32.967" v="1279" actId="478"/>
          <ac:spMkLst>
            <pc:docMk/>
            <pc:sldMk cId="4266861792" sldId="268"/>
            <ac:spMk id="19" creationId="{D4960DC0-DB4B-0F71-D4A9-EB60F9F7451D}"/>
          </ac:spMkLst>
        </pc:spChg>
        <pc:spChg chg="add mod">
          <ac:chgData name="Zion Tippetts" userId="de46ab0373616a2e" providerId="LiveId" clId="{7BE80FD7-F8AD-4FE1-B811-D54E929E65A6}" dt="2026-04-12T18:55:56.606" v="1893" actId="1037"/>
          <ac:spMkLst>
            <pc:docMk/>
            <pc:sldMk cId="4266861792" sldId="268"/>
            <ac:spMk id="20" creationId="{BBD69053-7AE0-82F8-D2F7-A095F4D76362}"/>
          </ac:spMkLst>
        </pc:spChg>
        <pc:spChg chg="del">
          <ac:chgData name="Zion Tippetts" userId="de46ab0373616a2e" providerId="LiveId" clId="{7BE80FD7-F8AD-4FE1-B811-D54E929E65A6}" dt="2026-04-12T03:51:32.967" v="1279" actId="478"/>
          <ac:spMkLst>
            <pc:docMk/>
            <pc:sldMk cId="4266861792" sldId="268"/>
            <ac:spMk id="22" creationId="{C19EA023-B99A-DD58-D61C-B94D8DB9E93C}"/>
          </ac:spMkLst>
        </pc:spChg>
        <pc:spChg chg="add mod">
          <ac:chgData name="Zion Tippetts" userId="de46ab0373616a2e" providerId="LiveId" clId="{7BE80FD7-F8AD-4FE1-B811-D54E929E65A6}" dt="2026-04-12T04:10:14.468" v="1858" actId="1035"/>
          <ac:spMkLst>
            <pc:docMk/>
            <pc:sldMk cId="4266861792" sldId="268"/>
            <ac:spMk id="26" creationId="{7BA8A68A-3A37-01F4-1670-86C4C248FA77}"/>
          </ac:spMkLst>
        </pc:spChg>
        <pc:picChg chg="del">
          <ac:chgData name="Zion Tippetts" userId="de46ab0373616a2e" providerId="LiveId" clId="{7BE80FD7-F8AD-4FE1-B811-D54E929E65A6}" dt="2026-04-12T03:48:09.967" v="1203" actId="478"/>
          <ac:picMkLst>
            <pc:docMk/>
            <pc:sldMk cId="4266861792" sldId="268"/>
            <ac:picMk id="8" creationId="{D3ED26C0-1FA0-2CD9-D6E2-BFC662DA4E63}"/>
          </ac:picMkLst>
        </pc:picChg>
        <pc:picChg chg="del">
          <ac:chgData name="Zion Tippetts" userId="de46ab0373616a2e" providerId="LiveId" clId="{7BE80FD7-F8AD-4FE1-B811-D54E929E65A6}" dt="2026-04-12T03:51:25.865" v="1278" actId="478"/>
          <ac:picMkLst>
            <pc:docMk/>
            <pc:sldMk cId="4266861792" sldId="268"/>
            <ac:picMk id="12" creationId="{89724075-FCF0-2E8A-8EED-058498DCB6EF}"/>
          </ac:picMkLst>
        </pc:picChg>
        <pc:picChg chg="add mod">
          <ac:chgData name="Zion Tippetts" userId="de46ab0373616a2e" providerId="LiveId" clId="{7BE80FD7-F8AD-4FE1-B811-D54E929E65A6}" dt="2026-04-12T03:58:22.031" v="1470" actId="1035"/>
          <ac:picMkLst>
            <pc:docMk/>
            <pc:sldMk cId="4266861792" sldId="268"/>
            <ac:picMk id="23" creationId="{9EC969C2-8708-1265-5ACB-1B8B79D56277}"/>
          </ac:picMkLst>
        </pc:picChg>
        <pc:picChg chg="add mod">
          <ac:chgData name="Zion Tippetts" userId="de46ab0373616a2e" providerId="LiveId" clId="{7BE80FD7-F8AD-4FE1-B811-D54E929E65A6}" dt="2026-04-12T18:55:56.606" v="1893" actId="1037"/>
          <ac:picMkLst>
            <pc:docMk/>
            <pc:sldMk cId="4266861792" sldId="268"/>
            <ac:picMk id="25" creationId="{BC23FF3B-05E9-41F5-02B5-5F3B2FD735BC}"/>
          </ac:picMkLst>
        </pc:picChg>
        <pc:picChg chg="add mod">
          <ac:chgData name="Zion Tippetts" userId="de46ab0373616a2e" providerId="LiveId" clId="{7BE80FD7-F8AD-4FE1-B811-D54E929E65A6}" dt="2026-04-12T03:58:04.579" v="1456" actId="1037"/>
          <ac:picMkLst>
            <pc:docMk/>
            <pc:sldMk cId="4266861792" sldId="268"/>
            <ac:picMk id="1026" creationId="{C6FD1AF0-7D90-B0F6-628B-A27D70E70597}"/>
          </ac:picMkLst>
        </pc:picChg>
      </pc:sldChg>
      <pc:sldChg chg="addSp delSp modSp add mod ord">
        <pc:chgData name="Zion Tippetts" userId="de46ab0373616a2e" providerId="LiveId" clId="{7BE80FD7-F8AD-4FE1-B811-D54E929E65A6}" dt="2026-04-13T03:07:54.581" v="5761" actId="20577"/>
        <pc:sldMkLst>
          <pc:docMk/>
          <pc:sldMk cId="593151970" sldId="269"/>
        </pc:sldMkLst>
        <pc:spChg chg="mod">
          <ac:chgData name="Zion Tippetts" userId="de46ab0373616a2e" providerId="LiveId" clId="{7BE80FD7-F8AD-4FE1-B811-D54E929E65A6}" dt="2026-04-13T03:07:54.581" v="5761" actId="20577"/>
          <ac:spMkLst>
            <pc:docMk/>
            <pc:sldMk cId="593151970" sldId="269"/>
            <ac:spMk id="4" creationId="{605202DF-B5D5-CED5-8594-71A8893E2056}"/>
          </ac:spMkLst>
        </pc:spChg>
        <pc:spChg chg="del mod">
          <ac:chgData name="Zion Tippetts" userId="de46ab0373616a2e" providerId="LiveId" clId="{7BE80FD7-F8AD-4FE1-B811-D54E929E65A6}" dt="2026-04-12T21:44:32.411" v="3021" actId="478"/>
          <ac:spMkLst>
            <pc:docMk/>
            <pc:sldMk cId="593151970" sldId="269"/>
            <ac:spMk id="5" creationId="{DB0F77E8-BA1E-CCB1-ADB3-C864C690A574}"/>
          </ac:spMkLst>
        </pc:spChg>
        <pc:spChg chg="add mod">
          <ac:chgData name="Zion Tippetts" userId="de46ab0373616a2e" providerId="LiveId" clId="{7BE80FD7-F8AD-4FE1-B811-D54E929E65A6}" dt="2026-04-12T21:45:19.190" v="3033" actId="1038"/>
          <ac:spMkLst>
            <pc:docMk/>
            <pc:sldMk cId="593151970" sldId="269"/>
            <ac:spMk id="7" creationId="{59518CA6-1830-987F-3F84-8E32FA3DA8A5}"/>
          </ac:spMkLst>
        </pc:spChg>
        <pc:spChg chg="add mod">
          <ac:chgData name="Zion Tippetts" userId="de46ab0373616a2e" providerId="LiveId" clId="{7BE80FD7-F8AD-4FE1-B811-D54E929E65A6}" dt="2026-04-13T01:00:37.697" v="4795" actId="207"/>
          <ac:spMkLst>
            <pc:docMk/>
            <pc:sldMk cId="593151970" sldId="269"/>
            <ac:spMk id="11" creationId="{65DA4BD4-1DCF-86CF-02F7-303BA74FBD19}"/>
          </ac:spMkLst>
        </pc:spChg>
        <pc:spChg chg="add mod">
          <ac:chgData name="Zion Tippetts" userId="de46ab0373616a2e" providerId="LiveId" clId="{7BE80FD7-F8AD-4FE1-B811-D54E929E65A6}" dt="2026-04-13T01:00:43.024" v="4796" actId="207"/>
          <ac:spMkLst>
            <pc:docMk/>
            <pc:sldMk cId="593151970" sldId="269"/>
            <ac:spMk id="12" creationId="{2ADFE6D2-3622-DED8-E5C0-7B210A11DD43}"/>
          </ac:spMkLst>
        </pc:spChg>
        <pc:spChg chg="add del">
          <ac:chgData name="Zion Tippetts" userId="de46ab0373616a2e" providerId="LiveId" clId="{7BE80FD7-F8AD-4FE1-B811-D54E929E65A6}" dt="2026-04-12T21:53:20.791" v="3049" actId="11529"/>
          <ac:spMkLst>
            <pc:docMk/>
            <pc:sldMk cId="593151970" sldId="269"/>
            <ac:spMk id="13" creationId="{0D8B6F47-A9F0-9B16-74BA-A4E4322F45AD}"/>
          </ac:spMkLst>
        </pc:spChg>
        <pc:picChg chg="del mod">
          <ac:chgData name="Zion Tippetts" userId="de46ab0373616a2e" providerId="LiveId" clId="{7BE80FD7-F8AD-4FE1-B811-D54E929E65A6}" dt="2026-04-12T21:38:26.942" v="2571" actId="478"/>
          <ac:picMkLst>
            <pc:docMk/>
            <pc:sldMk cId="593151970" sldId="269"/>
            <ac:picMk id="6" creationId="{17B7F44C-67A9-7483-3FC7-680184248019}"/>
          </ac:picMkLst>
        </pc:picChg>
        <pc:picChg chg="del">
          <ac:chgData name="Zion Tippetts" userId="de46ab0373616a2e" providerId="LiveId" clId="{7BE80FD7-F8AD-4FE1-B811-D54E929E65A6}" dt="2026-04-12T20:47:42.450" v="2045" actId="478"/>
          <ac:picMkLst>
            <pc:docMk/>
            <pc:sldMk cId="593151970" sldId="269"/>
            <ac:picMk id="8" creationId="{66832D5F-A7A6-F8B0-491F-0014DCA8C9D1}"/>
          </ac:picMkLst>
        </pc:picChg>
        <pc:picChg chg="add mod ord modCrop">
          <ac:chgData name="Zion Tippetts" userId="de46ab0373616a2e" providerId="LiveId" clId="{7BE80FD7-F8AD-4FE1-B811-D54E929E65A6}" dt="2026-04-12T21:51:08.328" v="3041" actId="732"/>
          <ac:picMkLst>
            <pc:docMk/>
            <pc:sldMk cId="593151970" sldId="269"/>
            <ac:picMk id="10" creationId="{E0DCA736-B6A2-5A51-54BD-E802CEC58D96}"/>
          </ac:picMkLst>
        </pc:picChg>
      </pc:sldChg>
      <pc:sldChg chg="modSp add del mod">
        <pc:chgData name="Zion Tippetts" userId="de46ab0373616a2e" providerId="LiveId" clId="{7BE80FD7-F8AD-4FE1-B811-D54E929E65A6}" dt="2026-04-13T00:45:58.436" v="4640" actId="47"/>
        <pc:sldMkLst>
          <pc:docMk/>
          <pc:sldMk cId="2864183694" sldId="270"/>
        </pc:sldMkLst>
        <pc:spChg chg="mod">
          <ac:chgData name="Zion Tippetts" userId="de46ab0373616a2e" providerId="LiveId" clId="{7BE80FD7-F8AD-4FE1-B811-D54E929E65A6}" dt="2026-04-13T00:34:08.592" v="4541" actId="1036"/>
          <ac:spMkLst>
            <pc:docMk/>
            <pc:sldMk cId="2864183694" sldId="270"/>
            <ac:spMk id="6" creationId="{E15B620F-D68D-70BC-26A7-31B2BEAE72DF}"/>
          </ac:spMkLst>
        </pc:spChg>
        <pc:graphicFrameChg chg="mod modGraphic">
          <ac:chgData name="Zion Tippetts" userId="de46ab0373616a2e" providerId="LiveId" clId="{7BE80FD7-F8AD-4FE1-B811-D54E929E65A6}" dt="2026-04-13T00:34:08.592" v="4541" actId="1036"/>
          <ac:graphicFrameMkLst>
            <pc:docMk/>
            <pc:sldMk cId="2864183694" sldId="270"/>
            <ac:graphicFrameMk id="5" creationId="{7F4A5523-A7E4-2903-D1B6-A91D6D692673}"/>
          </ac:graphicFrameMkLst>
        </pc:graphicFrameChg>
        <pc:picChg chg="mod">
          <ac:chgData name="Zion Tippetts" userId="de46ab0373616a2e" providerId="LiveId" clId="{7BE80FD7-F8AD-4FE1-B811-D54E929E65A6}" dt="2026-04-13T00:33:54.495" v="4528" actId="1076"/>
          <ac:picMkLst>
            <pc:docMk/>
            <pc:sldMk cId="2864183694" sldId="270"/>
            <ac:picMk id="7" creationId="{5285FE7F-8AB0-8699-5A8E-034A77970F8B}"/>
          </ac:picMkLst>
        </pc:picChg>
      </pc:sldChg>
      <pc:sldChg chg="modSp add del mod">
        <pc:chgData name="Zion Tippetts" userId="de46ab0373616a2e" providerId="LiveId" clId="{7BE80FD7-F8AD-4FE1-B811-D54E929E65A6}" dt="2026-04-12T22:37:59.595" v="3073" actId="47"/>
        <pc:sldMkLst>
          <pc:docMk/>
          <pc:sldMk cId="2290045550" sldId="271"/>
        </pc:sldMkLst>
        <pc:spChg chg="mod">
          <ac:chgData name="Zion Tippetts" userId="de46ab0373616a2e" providerId="LiveId" clId="{7BE80FD7-F8AD-4FE1-B811-D54E929E65A6}" dt="2026-04-12T22:34:58.058" v="3069" actId="14100"/>
          <ac:spMkLst>
            <pc:docMk/>
            <pc:sldMk cId="2290045550" sldId="271"/>
            <ac:spMk id="6" creationId="{6CF23EB8-C561-4560-D129-30FE31724BA7}"/>
          </ac:spMkLst>
        </pc:spChg>
      </pc:sldChg>
      <pc:sldChg chg="addSp delSp modSp add del mod">
        <pc:chgData name="Zion Tippetts" userId="de46ab0373616a2e" providerId="LiveId" clId="{7BE80FD7-F8AD-4FE1-B811-D54E929E65A6}" dt="2026-04-12T23:26:41.060" v="4400" actId="47"/>
        <pc:sldMkLst>
          <pc:docMk/>
          <pc:sldMk cId="512750887" sldId="272"/>
        </pc:sldMkLst>
        <pc:spChg chg="add del mod">
          <ac:chgData name="Zion Tippetts" userId="de46ab0373616a2e" providerId="LiveId" clId="{7BE80FD7-F8AD-4FE1-B811-D54E929E65A6}" dt="2026-04-12T22:38:25.656" v="3076" actId="26606"/>
          <ac:spMkLst>
            <pc:docMk/>
            <pc:sldMk cId="512750887" sldId="272"/>
            <ac:spMk id="6" creationId="{5C4AD0B5-D8CC-ABB6-FD62-2D29B667E32F}"/>
          </ac:spMkLst>
        </pc:spChg>
        <pc:spChg chg="add mod">
          <ac:chgData name="Zion Tippetts" userId="de46ab0373616a2e" providerId="LiveId" clId="{7BE80FD7-F8AD-4FE1-B811-D54E929E65A6}" dt="2026-04-12T22:50:58.703" v="3180" actId="1038"/>
          <ac:spMkLst>
            <pc:docMk/>
            <pc:sldMk cId="512750887" sldId="272"/>
            <ac:spMk id="10" creationId="{9ED26988-6245-F49E-AC21-43387F4A1686}"/>
          </ac:spMkLst>
        </pc:spChg>
        <pc:spChg chg="add mod">
          <ac:chgData name="Zion Tippetts" userId="de46ab0373616a2e" providerId="LiveId" clId="{7BE80FD7-F8AD-4FE1-B811-D54E929E65A6}" dt="2026-04-12T22:51:57.593" v="3215" actId="1038"/>
          <ac:spMkLst>
            <pc:docMk/>
            <pc:sldMk cId="512750887" sldId="272"/>
            <ac:spMk id="11" creationId="{72A43181-93EC-1D37-E6D9-0DE815B96CF0}"/>
          </ac:spMkLst>
        </pc:spChg>
        <pc:spChg chg="add mod">
          <ac:chgData name="Zion Tippetts" userId="de46ab0373616a2e" providerId="LiveId" clId="{7BE80FD7-F8AD-4FE1-B811-D54E929E65A6}" dt="2026-04-12T22:54:17.559" v="3253" actId="1036"/>
          <ac:spMkLst>
            <pc:docMk/>
            <pc:sldMk cId="512750887" sldId="272"/>
            <ac:spMk id="12" creationId="{C1F76CA5-5BE8-6ED6-5A4F-E0969FB9213D}"/>
          </ac:spMkLst>
        </pc:spChg>
        <pc:spChg chg="add mod">
          <ac:chgData name="Zion Tippetts" userId="de46ab0373616a2e" providerId="LiveId" clId="{7BE80FD7-F8AD-4FE1-B811-D54E929E65A6}" dt="2026-04-12T23:03:16.479" v="3417" actId="1038"/>
          <ac:spMkLst>
            <pc:docMk/>
            <pc:sldMk cId="512750887" sldId="272"/>
            <ac:spMk id="13" creationId="{038C2D40-0D53-44AA-54DE-11943021679C}"/>
          </ac:spMkLst>
        </pc:spChg>
        <pc:spChg chg="add mod">
          <ac:chgData name="Zion Tippetts" userId="de46ab0373616a2e" providerId="LiveId" clId="{7BE80FD7-F8AD-4FE1-B811-D54E929E65A6}" dt="2026-04-12T22:51:26.570" v="3190" actId="1076"/>
          <ac:spMkLst>
            <pc:docMk/>
            <pc:sldMk cId="512750887" sldId="272"/>
            <ac:spMk id="14" creationId="{3584D200-63F4-A1F6-563A-0528EA98A2CC}"/>
          </ac:spMkLst>
        </pc:spChg>
        <pc:graphicFrameChg chg="add del">
          <ac:chgData name="Zion Tippetts" userId="de46ab0373616a2e" providerId="LiveId" clId="{7BE80FD7-F8AD-4FE1-B811-D54E929E65A6}" dt="2026-04-12T22:38:17.483" v="3075" actId="26606"/>
          <ac:graphicFrameMkLst>
            <pc:docMk/>
            <pc:sldMk cId="512750887" sldId="272"/>
            <ac:graphicFrameMk id="8" creationId="{7E686753-4510-AE57-8077-44024EFDDA04}"/>
          </ac:graphicFrameMkLst>
        </pc:graphicFrameChg>
        <pc:graphicFrameChg chg="add mod modGraphic">
          <ac:chgData name="Zion Tippetts" userId="de46ab0373616a2e" providerId="LiveId" clId="{7BE80FD7-F8AD-4FE1-B811-D54E929E65A6}" dt="2026-04-12T23:26:08.064" v="4397" actId="20577"/>
          <ac:graphicFrameMkLst>
            <pc:docMk/>
            <pc:sldMk cId="512750887" sldId="272"/>
            <ac:graphicFrameMk id="9" creationId="{784D1430-B55B-1434-A4F0-CDC96937052D}"/>
          </ac:graphicFrameMkLst>
        </pc:graphicFrameChg>
        <pc:picChg chg="add mod">
          <ac:chgData name="Zion Tippetts" userId="de46ab0373616a2e" providerId="LiveId" clId="{7BE80FD7-F8AD-4FE1-B811-D54E929E65A6}" dt="2026-04-12T22:39:35.745" v="3110" actId="207"/>
          <ac:picMkLst>
            <pc:docMk/>
            <pc:sldMk cId="512750887" sldId="272"/>
            <ac:picMk id="7" creationId="{BAEFF9FC-96A2-FF3E-D35B-F3270172AC01}"/>
          </ac:picMkLst>
        </pc:picChg>
      </pc:sldChg>
      <pc:sldChg chg="addSp modSp add mod">
        <pc:chgData name="Zion Tippetts" userId="de46ab0373616a2e" providerId="LiveId" clId="{7BE80FD7-F8AD-4FE1-B811-D54E929E65A6}" dt="2026-04-13T03:08:04.801" v="5763" actId="20577"/>
        <pc:sldMkLst>
          <pc:docMk/>
          <pc:sldMk cId="2668434875" sldId="273"/>
        </pc:sldMkLst>
        <pc:spChg chg="mod">
          <ac:chgData name="Zion Tippetts" userId="de46ab0373616a2e" providerId="LiveId" clId="{7BE80FD7-F8AD-4FE1-B811-D54E929E65A6}" dt="2026-04-13T03:08:04.801" v="5763" actId="20577"/>
          <ac:spMkLst>
            <pc:docMk/>
            <pc:sldMk cId="2668434875" sldId="273"/>
            <ac:spMk id="4" creationId="{140447C6-FC52-988B-AFE2-3AB6FAC2A2A3}"/>
          </ac:spMkLst>
        </pc:spChg>
        <pc:spChg chg="add mod">
          <ac:chgData name="Zion Tippetts" userId="de46ab0373616a2e" providerId="LiveId" clId="{7BE80FD7-F8AD-4FE1-B811-D54E929E65A6}" dt="2026-04-12T23:33:57.452" v="4416" actId="20577"/>
          <ac:spMkLst>
            <pc:docMk/>
            <pc:sldMk cId="2668434875" sldId="273"/>
            <ac:spMk id="5" creationId="{27E9646A-EC14-B712-A563-43D22C52D9E7}"/>
          </ac:spMkLst>
        </pc:spChg>
        <pc:spChg chg="add mod">
          <ac:chgData name="Zion Tippetts" userId="de46ab0373616a2e" providerId="LiveId" clId="{7BE80FD7-F8AD-4FE1-B811-D54E929E65A6}" dt="2026-04-12T23:18:51.798" v="4252" actId="1037"/>
          <ac:spMkLst>
            <pc:docMk/>
            <pc:sldMk cId="2668434875" sldId="273"/>
            <ac:spMk id="6" creationId="{33C2EE5F-54F1-41C7-F422-B9D8E004D5A3}"/>
          </ac:spMkLst>
        </pc:spChg>
        <pc:spChg chg="add mod">
          <ac:chgData name="Zion Tippetts" userId="de46ab0373616a2e" providerId="LiveId" clId="{7BE80FD7-F8AD-4FE1-B811-D54E929E65A6}" dt="2026-04-12T23:16:45.698" v="4184" actId="1038"/>
          <ac:spMkLst>
            <pc:docMk/>
            <pc:sldMk cId="2668434875" sldId="273"/>
            <ac:spMk id="8" creationId="{BFF5D5CE-73D9-19CE-72E1-30F1C30EBBE2}"/>
          </ac:spMkLst>
        </pc:spChg>
        <pc:spChg chg="mod">
          <ac:chgData name="Zion Tippetts" userId="de46ab0373616a2e" providerId="LiveId" clId="{7BE80FD7-F8AD-4FE1-B811-D54E929E65A6}" dt="2026-04-12T23:18:58.482" v="4255" actId="1038"/>
          <ac:spMkLst>
            <pc:docMk/>
            <pc:sldMk cId="2668434875" sldId="273"/>
            <ac:spMk id="10" creationId="{22E7C7CB-90E5-7EDC-46E1-CA7E570C0E43}"/>
          </ac:spMkLst>
        </pc:spChg>
        <pc:spChg chg="mod">
          <ac:chgData name="Zion Tippetts" userId="de46ab0373616a2e" providerId="LiveId" clId="{7BE80FD7-F8AD-4FE1-B811-D54E929E65A6}" dt="2026-04-12T23:18:51.798" v="4252" actId="1037"/>
          <ac:spMkLst>
            <pc:docMk/>
            <pc:sldMk cId="2668434875" sldId="273"/>
            <ac:spMk id="11" creationId="{CE8E66B5-F822-11D9-37D3-4BB12BE650DE}"/>
          </ac:spMkLst>
        </pc:spChg>
        <pc:spChg chg="mod">
          <ac:chgData name="Zion Tippetts" userId="de46ab0373616a2e" providerId="LiveId" clId="{7BE80FD7-F8AD-4FE1-B811-D54E929E65A6}" dt="2026-04-12T23:16:38.346" v="4165" actId="14100"/>
          <ac:spMkLst>
            <pc:docMk/>
            <pc:sldMk cId="2668434875" sldId="273"/>
            <ac:spMk id="12" creationId="{AC2B2ED7-37EB-2A51-C32D-62B8257AC268}"/>
          </ac:spMkLst>
        </pc:spChg>
        <pc:spChg chg="mod">
          <ac:chgData name="Zion Tippetts" userId="de46ab0373616a2e" providerId="LiveId" clId="{7BE80FD7-F8AD-4FE1-B811-D54E929E65A6}" dt="2026-04-12T23:18:30.750" v="4242" actId="14100"/>
          <ac:spMkLst>
            <pc:docMk/>
            <pc:sldMk cId="2668434875" sldId="273"/>
            <ac:spMk id="13" creationId="{1CBE55B4-041B-6D7B-9FE8-2C6DEF69F2D0}"/>
          </ac:spMkLst>
        </pc:spChg>
        <pc:spChg chg="mod">
          <ac:chgData name="Zion Tippetts" userId="de46ab0373616a2e" providerId="LiveId" clId="{7BE80FD7-F8AD-4FE1-B811-D54E929E65A6}" dt="2026-04-12T23:19:30.755" v="4257" actId="14100"/>
          <ac:spMkLst>
            <pc:docMk/>
            <pc:sldMk cId="2668434875" sldId="273"/>
            <ac:spMk id="14" creationId="{75DE1915-C0E3-D478-53E3-81E493738FFC}"/>
          </ac:spMkLst>
        </pc:spChg>
        <pc:spChg chg="add mod">
          <ac:chgData name="Zion Tippetts" userId="de46ab0373616a2e" providerId="LiveId" clId="{7BE80FD7-F8AD-4FE1-B811-D54E929E65A6}" dt="2026-04-12T23:18:41.077" v="4248" actId="1037"/>
          <ac:spMkLst>
            <pc:docMk/>
            <pc:sldMk cId="2668434875" sldId="273"/>
            <ac:spMk id="15" creationId="{0F6F7D91-FF1F-85EC-5FA4-0C9121F7D929}"/>
          </ac:spMkLst>
        </pc:spChg>
        <pc:spChg chg="add mod">
          <ac:chgData name="Zion Tippetts" userId="de46ab0373616a2e" providerId="LiveId" clId="{7BE80FD7-F8AD-4FE1-B811-D54E929E65A6}" dt="2026-04-12T23:19:36.788" v="4266" actId="1037"/>
          <ac:spMkLst>
            <pc:docMk/>
            <pc:sldMk cId="2668434875" sldId="273"/>
            <ac:spMk id="16" creationId="{167C8D60-941E-AD18-62B5-6BCD072882A0}"/>
          </ac:spMkLst>
        </pc:spChg>
        <pc:spChg chg="add mod">
          <ac:chgData name="Zion Tippetts" userId="de46ab0373616a2e" providerId="LiveId" clId="{7BE80FD7-F8AD-4FE1-B811-D54E929E65A6}" dt="2026-04-12T23:37:21.007" v="4506" actId="6549"/>
          <ac:spMkLst>
            <pc:docMk/>
            <pc:sldMk cId="2668434875" sldId="273"/>
            <ac:spMk id="17" creationId="{6CC0837C-0895-C0F5-86B4-F9CAFD9E8C6F}"/>
          </ac:spMkLst>
        </pc:spChg>
        <pc:spChg chg="add mod">
          <ac:chgData name="Zion Tippetts" userId="de46ab0373616a2e" providerId="LiveId" clId="{7BE80FD7-F8AD-4FE1-B811-D54E929E65A6}" dt="2026-04-12T23:23:03.347" v="4296" actId="115"/>
          <ac:spMkLst>
            <pc:docMk/>
            <pc:sldMk cId="2668434875" sldId="273"/>
            <ac:spMk id="18" creationId="{D4C47A0B-4F9F-9C99-9556-6F3F56DB4718}"/>
          </ac:spMkLst>
        </pc:spChg>
        <pc:spChg chg="add mod">
          <ac:chgData name="Zion Tippetts" userId="de46ab0373616a2e" providerId="LiveId" clId="{7BE80FD7-F8AD-4FE1-B811-D54E929E65A6}" dt="2026-04-12T23:25:30.141" v="4358" actId="20577"/>
          <ac:spMkLst>
            <pc:docMk/>
            <pc:sldMk cId="2668434875" sldId="273"/>
            <ac:spMk id="19" creationId="{8C2E31EE-C49A-9FF3-3120-225CEBF5EDF2}"/>
          </ac:spMkLst>
        </pc:spChg>
        <pc:spChg chg="add mod">
          <ac:chgData name="Zion Tippetts" userId="de46ab0373616a2e" providerId="LiveId" clId="{7BE80FD7-F8AD-4FE1-B811-D54E929E65A6}" dt="2026-04-12T23:25:27.635" v="4357" actId="6549"/>
          <ac:spMkLst>
            <pc:docMk/>
            <pc:sldMk cId="2668434875" sldId="273"/>
            <ac:spMk id="20" creationId="{22CAC5A4-BDC6-0640-79AC-5CFD93BF839F}"/>
          </ac:spMkLst>
        </pc:spChg>
        <pc:spChg chg="add mod">
          <ac:chgData name="Zion Tippetts" userId="de46ab0373616a2e" providerId="LiveId" clId="{7BE80FD7-F8AD-4FE1-B811-D54E929E65A6}" dt="2026-04-12T23:30:45.841" v="4408" actId="6549"/>
          <ac:spMkLst>
            <pc:docMk/>
            <pc:sldMk cId="2668434875" sldId="273"/>
            <ac:spMk id="21" creationId="{41C7E8BD-B6DA-BA7B-CC76-528A1DCA347C}"/>
          </ac:spMkLst>
        </pc:spChg>
        <pc:graphicFrameChg chg="mod modGraphic">
          <ac:chgData name="Zion Tippetts" userId="de46ab0373616a2e" providerId="LiveId" clId="{7BE80FD7-F8AD-4FE1-B811-D54E929E65A6}" dt="2026-04-12T23:23:42.209" v="4317"/>
          <ac:graphicFrameMkLst>
            <pc:docMk/>
            <pc:sldMk cId="2668434875" sldId="273"/>
            <ac:graphicFrameMk id="9" creationId="{A3A63FE0-6393-84E2-FD79-84B8FD4EDB78}"/>
          </ac:graphicFrameMkLst>
        </pc:graphicFrameChg>
      </pc:sldChg>
      <pc:sldChg chg="addSp modSp add del mod">
        <pc:chgData name="Zion Tippetts" userId="de46ab0373616a2e" providerId="LiveId" clId="{7BE80FD7-F8AD-4FE1-B811-D54E929E65A6}" dt="2026-04-13T00:51:08.090" v="4794" actId="47"/>
        <pc:sldMkLst>
          <pc:docMk/>
          <pc:sldMk cId="2499801246" sldId="274"/>
        </pc:sldMkLst>
        <pc:spChg chg="mod">
          <ac:chgData name="Zion Tippetts" userId="de46ab0373616a2e" providerId="LiveId" clId="{7BE80FD7-F8AD-4FE1-B811-D54E929E65A6}" dt="2026-04-13T00:43:36.789" v="4621" actId="20577"/>
          <ac:spMkLst>
            <pc:docMk/>
            <pc:sldMk cId="2499801246" sldId="274"/>
            <ac:spMk id="6" creationId="{903C699A-E8B6-048B-4B1F-CEB7E4899F3A}"/>
          </ac:spMkLst>
        </pc:spChg>
        <pc:spChg chg="add mod">
          <ac:chgData name="Zion Tippetts" userId="de46ab0373616a2e" providerId="LiveId" clId="{7BE80FD7-F8AD-4FE1-B811-D54E929E65A6}" dt="2026-04-13T00:41:00.982" v="4583" actId="1076"/>
          <ac:spMkLst>
            <pc:docMk/>
            <pc:sldMk cId="2499801246" sldId="274"/>
            <ac:spMk id="8" creationId="{84F0DDED-62A9-505A-DDCB-7D8A3F2668CF}"/>
          </ac:spMkLst>
        </pc:spChg>
        <pc:spChg chg="add mod">
          <ac:chgData name="Zion Tippetts" userId="de46ab0373616a2e" providerId="LiveId" clId="{7BE80FD7-F8AD-4FE1-B811-D54E929E65A6}" dt="2026-04-13T00:43:30.623" v="4620" actId="1038"/>
          <ac:spMkLst>
            <pc:docMk/>
            <pc:sldMk cId="2499801246" sldId="274"/>
            <ac:spMk id="9" creationId="{8F6D8DBD-126C-5965-482D-6E4F93066DDD}"/>
          </ac:spMkLst>
        </pc:spChg>
        <pc:spChg chg="add mod">
          <ac:chgData name="Zion Tippetts" userId="de46ab0373616a2e" providerId="LiveId" clId="{7BE80FD7-F8AD-4FE1-B811-D54E929E65A6}" dt="2026-04-13T00:44:53.045" v="4638" actId="14100"/>
          <ac:spMkLst>
            <pc:docMk/>
            <pc:sldMk cId="2499801246" sldId="274"/>
            <ac:spMk id="10" creationId="{5C2539E8-C970-560F-017F-34161A50E0FC}"/>
          </ac:spMkLst>
        </pc:spChg>
        <pc:graphicFrameChg chg="mod">
          <ac:chgData name="Zion Tippetts" userId="de46ab0373616a2e" providerId="LiveId" clId="{7BE80FD7-F8AD-4FE1-B811-D54E929E65A6}" dt="2026-04-13T00:45:43.477" v="4639" actId="1076"/>
          <ac:graphicFrameMkLst>
            <pc:docMk/>
            <pc:sldMk cId="2499801246" sldId="274"/>
            <ac:graphicFrameMk id="5" creationId="{092D03CA-319F-3123-270D-ABE6105CC06D}"/>
          </ac:graphicFrameMkLst>
        </pc:graphicFrameChg>
        <pc:picChg chg="mod modCrop">
          <ac:chgData name="Zion Tippetts" userId="de46ab0373616a2e" providerId="LiveId" clId="{7BE80FD7-F8AD-4FE1-B811-D54E929E65A6}" dt="2026-04-13T00:41:21.449" v="4585" actId="1076"/>
          <ac:picMkLst>
            <pc:docMk/>
            <pc:sldMk cId="2499801246" sldId="274"/>
            <ac:picMk id="7" creationId="{5E901B15-E9A3-9F1B-1F2A-815AEEE0AB39}"/>
          </ac:picMkLst>
        </pc:picChg>
      </pc:sldChg>
      <pc:sldChg chg="addSp delSp modSp add mod">
        <pc:chgData name="Zion Tippetts" userId="de46ab0373616a2e" providerId="LiveId" clId="{7BE80FD7-F8AD-4FE1-B811-D54E929E65A6}" dt="2026-04-13T03:08:12.291" v="5765" actId="20577"/>
        <pc:sldMkLst>
          <pc:docMk/>
          <pc:sldMk cId="800810423" sldId="275"/>
        </pc:sldMkLst>
        <pc:spChg chg="mod">
          <ac:chgData name="Zion Tippetts" userId="de46ab0373616a2e" providerId="LiveId" clId="{7BE80FD7-F8AD-4FE1-B811-D54E929E65A6}" dt="2026-04-13T03:08:12.291" v="5765" actId="20577"/>
          <ac:spMkLst>
            <pc:docMk/>
            <pc:sldMk cId="800810423" sldId="275"/>
            <ac:spMk id="4" creationId="{4DDEED24-7346-2849-3A02-982E7513A3BA}"/>
          </ac:spMkLst>
        </pc:spChg>
        <pc:spChg chg="del mod">
          <ac:chgData name="Zion Tippetts" userId="de46ab0373616a2e" providerId="LiveId" clId="{7BE80FD7-F8AD-4FE1-B811-D54E929E65A6}" dt="2026-04-13T00:47:47.430" v="4716" actId="478"/>
          <ac:spMkLst>
            <pc:docMk/>
            <pc:sldMk cId="800810423" sldId="275"/>
            <ac:spMk id="6" creationId="{B109FAF3-F8DC-5A55-155C-102E7545738A}"/>
          </ac:spMkLst>
        </pc:spChg>
        <pc:spChg chg="add mod">
          <ac:chgData name="Zion Tippetts" userId="de46ab0373616a2e" providerId="LiveId" clId="{7BE80FD7-F8AD-4FE1-B811-D54E929E65A6}" dt="2026-04-13T00:50:39.524" v="4792" actId="207"/>
          <ac:spMkLst>
            <pc:docMk/>
            <pc:sldMk cId="800810423" sldId="275"/>
            <ac:spMk id="11" creationId="{28217E9D-F0EB-4E07-8D7D-884D1D464E77}"/>
          </ac:spMkLst>
        </pc:spChg>
        <pc:graphicFrameChg chg="mod">
          <ac:chgData name="Zion Tippetts" userId="de46ab0373616a2e" providerId="LiveId" clId="{7BE80FD7-F8AD-4FE1-B811-D54E929E65A6}" dt="2026-04-13T00:48:26.114" v="4754" actId="1036"/>
          <ac:graphicFrameMkLst>
            <pc:docMk/>
            <pc:sldMk cId="800810423" sldId="275"/>
            <ac:graphicFrameMk id="5" creationId="{CA9B545F-4052-7E17-5BEB-DCF30DCDEC74}"/>
          </ac:graphicFrameMkLst>
        </pc:graphicFrameChg>
      </pc:sldChg>
      <pc:sldChg chg="add del">
        <pc:chgData name="Zion Tippetts" userId="de46ab0373616a2e" providerId="LiveId" clId="{7BE80FD7-F8AD-4FE1-B811-D54E929E65A6}" dt="2026-04-13T00:40:37.363" v="4580"/>
        <pc:sldMkLst>
          <pc:docMk/>
          <pc:sldMk cId="4003856383" sldId="275"/>
        </pc:sldMkLst>
      </pc:sldChg>
      <pc:sldChg chg="addSp delSp modSp add mod">
        <pc:chgData name="Zion Tippetts" userId="de46ab0373616a2e" providerId="LiveId" clId="{7BE80FD7-F8AD-4FE1-B811-D54E929E65A6}" dt="2026-04-13T03:08:21.643" v="5767" actId="20577"/>
        <pc:sldMkLst>
          <pc:docMk/>
          <pc:sldMk cId="145420664" sldId="276"/>
        </pc:sldMkLst>
        <pc:spChg chg="mod">
          <ac:chgData name="Zion Tippetts" userId="de46ab0373616a2e" providerId="LiveId" clId="{7BE80FD7-F8AD-4FE1-B811-D54E929E65A6}" dt="2026-04-13T02:27:02.943" v="5291" actId="255"/>
          <ac:spMkLst>
            <pc:docMk/>
            <pc:sldMk cId="145420664" sldId="276"/>
            <ac:spMk id="3" creationId="{99EF0DBA-DB2C-D761-36ED-9DFCA41EF897}"/>
          </ac:spMkLst>
        </pc:spChg>
        <pc:spChg chg="mod">
          <ac:chgData name="Zion Tippetts" userId="de46ab0373616a2e" providerId="LiveId" clId="{7BE80FD7-F8AD-4FE1-B811-D54E929E65A6}" dt="2026-04-13T03:08:21.643" v="5767" actId="20577"/>
          <ac:spMkLst>
            <pc:docMk/>
            <pc:sldMk cId="145420664" sldId="276"/>
            <ac:spMk id="4" creationId="{1EF55AD0-7BFC-8624-CB57-7930815ECE14}"/>
          </ac:spMkLst>
        </pc:spChg>
        <pc:spChg chg="del">
          <ac:chgData name="Zion Tippetts" userId="de46ab0373616a2e" providerId="LiveId" clId="{7BE80FD7-F8AD-4FE1-B811-D54E929E65A6}" dt="2026-04-13T01:44:15.334" v="4805" actId="478"/>
          <ac:spMkLst>
            <pc:docMk/>
            <pc:sldMk cId="145420664" sldId="276"/>
            <ac:spMk id="5" creationId="{C79DE343-2E5A-DE52-847C-A4B91B5E79FE}"/>
          </ac:spMkLst>
        </pc:spChg>
        <pc:spChg chg="add mod">
          <ac:chgData name="Zion Tippetts" userId="de46ab0373616a2e" providerId="LiveId" clId="{7BE80FD7-F8AD-4FE1-B811-D54E929E65A6}" dt="2026-04-13T01:48:15.345" v="5033" actId="1582"/>
          <ac:spMkLst>
            <pc:docMk/>
            <pc:sldMk cId="145420664" sldId="276"/>
            <ac:spMk id="8" creationId="{FE6C38D1-AA07-44F8-A083-B00162C692EB}"/>
          </ac:spMkLst>
        </pc:spChg>
        <pc:spChg chg="add del mod">
          <ac:chgData name="Zion Tippetts" userId="de46ab0373616a2e" providerId="LiveId" clId="{7BE80FD7-F8AD-4FE1-B811-D54E929E65A6}" dt="2026-04-13T01:44:40.723" v="4877" actId="478"/>
          <ac:spMkLst>
            <pc:docMk/>
            <pc:sldMk cId="145420664" sldId="276"/>
            <ac:spMk id="9" creationId="{A8A9673E-3BE9-C7A5-97BF-A623E9F6E463}"/>
          </ac:spMkLst>
        </pc:spChg>
        <pc:spChg chg="add del mod">
          <ac:chgData name="Zion Tippetts" userId="de46ab0373616a2e" providerId="LiveId" clId="{7BE80FD7-F8AD-4FE1-B811-D54E929E65A6}" dt="2026-04-13T01:48:17.427" v="5034" actId="478"/>
          <ac:spMkLst>
            <pc:docMk/>
            <pc:sldMk cId="145420664" sldId="276"/>
            <ac:spMk id="10" creationId="{781330C7-102D-14C6-126E-779ACF54417E}"/>
          </ac:spMkLst>
        </pc:spChg>
        <pc:spChg chg="add del mod">
          <ac:chgData name="Zion Tippetts" userId="de46ab0373616a2e" providerId="LiveId" clId="{7BE80FD7-F8AD-4FE1-B811-D54E929E65A6}" dt="2026-04-13T01:48:19.033" v="5035" actId="478"/>
          <ac:spMkLst>
            <pc:docMk/>
            <pc:sldMk cId="145420664" sldId="276"/>
            <ac:spMk id="11" creationId="{C9D4E327-D74B-245A-EE42-B04C197A9863}"/>
          </ac:spMkLst>
        </pc:spChg>
        <pc:spChg chg="add mod">
          <ac:chgData name="Zion Tippetts" userId="de46ab0373616a2e" providerId="LiveId" clId="{7BE80FD7-F8AD-4FE1-B811-D54E929E65A6}" dt="2026-04-13T01:47:46.368" v="5031" actId="207"/>
          <ac:spMkLst>
            <pc:docMk/>
            <pc:sldMk cId="145420664" sldId="276"/>
            <ac:spMk id="12" creationId="{7B373623-BA60-4FAB-F8DB-C35828CDB5B6}"/>
          </ac:spMkLst>
        </pc:spChg>
        <pc:spChg chg="add mod">
          <ac:chgData name="Zion Tippetts" userId="de46ab0373616a2e" providerId="LiveId" clId="{7BE80FD7-F8AD-4FE1-B811-D54E929E65A6}" dt="2026-04-13T01:48:00.049" v="5032" actId="208"/>
          <ac:spMkLst>
            <pc:docMk/>
            <pc:sldMk cId="145420664" sldId="276"/>
            <ac:spMk id="13" creationId="{0F63F40A-9EAC-8D04-8C7C-91A1FEF49873}"/>
          </ac:spMkLst>
        </pc:spChg>
        <pc:spChg chg="add mod">
          <ac:chgData name="Zion Tippetts" userId="de46ab0373616a2e" providerId="LiveId" clId="{7BE80FD7-F8AD-4FE1-B811-D54E929E65A6}" dt="2026-04-13T01:48:28.364" v="5097" actId="1036"/>
          <ac:spMkLst>
            <pc:docMk/>
            <pc:sldMk cId="145420664" sldId="276"/>
            <ac:spMk id="14" creationId="{D1B2F63A-9E3C-6BE9-634B-D7B031478765}"/>
          </ac:spMkLst>
        </pc:spChg>
        <pc:spChg chg="add mod">
          <ac:chgData name="Zion Tippetts" userId="de46ab0373616a2e" providerId="LiveId" clId="{7BE80FD7-F8AD-4FE1-B811-D54E929E65A6}" dt="2026-04-13T01:53:50.826" v="5214" actId="20577"/>
          <ac:spMkLst>
            <pc:docMk/>
            <pc:sldMk cId="145420664" sldId="276"/>
            <ac:spMk id="15" creationId="{A26032E0-9843-1F4A-6886-DAD15D0C233D}"/>
          </ac:spMkLst>
        </pc:spChg>
        <pc:spChg chg="add mod">
          <ac:chgData name="Zion Tippetts" userId="de46ab0373616a2e" providerId="LiveId" clId="{7BE80FD7-F8AD-4FE1-B811-D54E929E65A6}" dt="2026-04-13T01:54:44.443" v="5224" actId="14100"/>
          <ac:spMkLst>
            <pc:docMk/>
            <pc:sldMk cId="145420664" sldId="276"/>
            <ac:spMk id="16" creationId="{F4E5BBB8-D029-F785-9D04-62C52E240451}"/>
          </ac:spMkLst>
        </pc:spChg>
        <pc:spChg chg="add mod">
          <ac:chgData name="Zion Tippetts" userId="de46ab0373616a2e" providerId="LiveId" clId="{7BE80FD7-F8AD-4FE1-B811-D54E929E65A6}" dt="2026-04-13T01:48:36.165" v="5152" actId="1036"/>
          <ac:spMkLst>
            <pc:docMk/>
            <pc:sldMk cId="145420664" sldId="276"/>
            <ac:spMk id="17" creationId="{8AC12FE5-1986-9AB2-AF49-2FE5E89A867E}"/>
          </ac:spMkLst>
        </pc:spChg>
        <pc:spChg chg="add mod">
          <ac:chgData name="Zion Tippetts" userId="de46ab0373616a2e" providerId="LiveId" clId="{7BE80FD7-F8AD-4FE1-B811-D54E929E65A6}" dt="2026-04-13T02:00:26.307" v="5240" actId="14100"/>
          <ac:spMkLst>
            <pc:docMk/>
            <pc:sldMk cId="145420664" sldId="276"/>
            <ac:spMk id="18" creationId="{C80D864D-976E-C0E5-150C-90111E0EEC89}"/>
          </ac:spMkLst>
        </pc:spChg>
        <pc:spChg chg="add mod">
          <ac:chgData name="Zion Tippetts" userId="de46ab0373616a2e" providerId="LiveId" clId="{7BE80FD7-F8AD-4FE1-B811-D54E929E65A6}" dt="2026-04-13T02:00:33.945" v="5241" actId="14100"/>
          <ac:spMkLst>
            <pc:docMk/>
            <pc:sldMk cId="145420664" sldId="276"/>
            <ac:spMk id="19" creationId="{643C5F96-ED1D-ACB4-0C2A-F18CAFE82507}"/>
          </ac:spMkLst>
        </pc:spChg>
        <pc:spChg chg="add mod">
          <ac:chgData name="Zion Tippetts" userId="de46ab0373616a2e" providerId="LiveId" clId="{7BE80FD7-F8AD-4FE1-B811-D54E929E65A6}" dt="2026-04-13T01:53:29.200" v="5209" actId="1076"/>
          <ac:spMkLst>
            <pc:docMk/>
            <pc:sldMk cId="145420664" sldId="276"/>
            <ac:spMk id="20" creationId="{CBC49F8E-539D-A746-1215-AFA9605B7BE2}"/>
          </ac:spMkLst>
        </pc:spChg>
        <pc:spChg chg="add mod">
          <ac:chgData name="Zion Tippetts" userId="de46ab0373616a2e" providerId="LiveId" clId="{7BE80FD7-F8AD-4FE1-B811-D54E929E65A6}" dt="2026-04-13T02:10:40.214" v="5287" actId="1076"/>
          <ac:spMkLst>
            <pc:docMk/>
            <pc:sldMk cId="145420664" sldId="276"/>
            <ac:spMk id="21" creationId="{AC8753D9-A179-AFDC-28D9-568B693F42EC}"/>
          </ac:spMkLst>
        </pc:spChg>
        <pc:spChg chg="add mod">
          <ac:chgData name="Zion Tippetts" userId="de46ab0373616a2e" providerId="LiveId" clId="{7BE80FD7-F8AD-4FE1-B811-D54E929E65A6}" dt="2026-04-13T02:10:16.390" v="5282" actId="1076"/>
          <ac:spMkLst>
            <pc:docMk/>
            <pc:sldMk cId="145420664" sldId="276"/>
            <ac:spMk id="22" creationId="{16FA48AA-93C4-86D4-D28C-D750CE397AEE}"/>
          </ac:spMkLst>
        </pc:spChg>
        <pc:picChg chg="mod">
          <ac:chgData name="Zion Tippetts" userId="de46ab0373616a2e" providerId="LiveId" clId="{7BE80FD7-F8AD-4FE1-B811-D54E929E65A6}" dt="2026-04-13T02:27:13.372" v="5326" actId="1038"/>
          <ac:picMkLst>
            <pc:docMk/>
            <pc:sldMk cId="145420664" sldId="276"/>
            <ac:picMk id="6" creationId="{3F0A7F23-DB5F-20AD-A191-7F02D4B3B2FB}"/>
          </ac:picMkLst>
        </pc:picChg>
        <pc:picChg chg="mod">
          <ac:chgData name="Zion Tippetts" userId="de46ab0373616a2e" providerId="LiveId" clId="{7BE80FD7-F8AD-4FE1-B811-D54E929E65A6}" dt="2026-04-13T02:27:13.372" v="5326" actId="1038"/>
          <ac:picMkLst>
            <pc:docMk/>
            <pc:sldMk cId="145420664" sldId="276"/>
            <ac:picMk id="7" creationId="{AFE55150-05C9-4ACC-FEDF-4F3E90E0D854}"/>
          </ac:picMkLst>
        </pc:picChg>
      </pc:sldChg>
      <pc:sldChg chg="modSp add del mod">
        <pc:chgData name="Zion Tippetts" userId="de46ab0373616a2e" providerId="LiveId" clId="{7BE80FD7-F8AD-4FE1-B811-D54E929E65A6}" dt="2026-04-13T00:51:05.900" v="4793" actId="47"/>
        <pc:sldMkLst>
          <pc:docMk/>
          <pc:sldMk cId="3636591719" sldId="276"/>
        </pc:sldMkLst>
        <pc:spChg chg="mod">
          <ac:chgData name="Zion Tippetts" userId="de46ab0373616a2e" providerId="LiveId" clId="{7BE80FD7-F8AD-4FE1-B811-D54E929E65A6}" dt="2026-04-13T00:50:24.593" v="4790" actId="14100"/>
          <ac:spMkLst>
            <pc:docMk/>
            <pc:sldMk cId="3636591719" sldId="276"/>
            <ac:spMk id="11" creationId="{F590220B-EE6D-3E63-34B8-AED7794492A5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735FA2-706B-4DEB-99AA-134DE508418A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BACA487-DD45-4A1F-8719-42D36961C1AC}">
      <dgm:prSet custT="1"/>
      <dgm:spPr>
        <a:solidFill>
          <a:srgbClr val="007A87"/>
        </a:solidFill>
      </dgm:spPr>
      <dgm:t>
        <a:bodyPr/>
        <a:lstStyle/>
        <a:p>
          <a:endParaRPr lang="en-US" sz="1200" dirty="0"/>
        </a:p>
      </dgm:t>
    </dgm:pt>
    <dgm:pt modelId="{E24CDFBB-87E6-4082-A95D-8709A5C141F7}" type="parTrans" cxnId="{BFDDD7D3-92BC-47A8-A20E-1D0220FB1CF2}">
      <dgm:prSet/>
      <dgm:spPr/>
      <dgm:t>
        <a:bodyPr/>
        <a:lstStyle/>
        <a:p>
          <a:endParaRPr lang="en-US"/>
        </a:p>
      </dgm:t>
    </dgm:pt>
    <dgm:pt modelId="{411F64AF-F3D1-4457-8015-04471B232C61}" type="sibTrans" cxnId="{BFDDD7D3-92BC-47A8-A20E-1D0220FB1CF2}">
      <dgm:prSet/>
      <dgm:spPr/>
      <dgm:t>
        <a:bodyPr/>
        <a:lstStyle/>
        <a:p>
          <a:endParaRPr lang="en-US"/>
        </a:p>
      </dgm:t>
    </dgm:pt>
    <dgm:pt modelId="{EC1C0B63-3C5D-4F01-9BDD-338F2BEA83E4}">
      <dgm:prSet custT="1"/>
      <dgm:spPr>
        <a:solidFill>
          <a:srgbClr val="007A87"/>
        </a:solidFill>
      </dgm:spPr>
      <dgm:t>
        <a:bodyPr/>
        <a:lstStyle/>
        <a:p>
          <a:endParaRPr lang="en-US" sz="1200" dirty="0"/>
        </a:p>
      </dgm:t>
    </dgm:pt>
    <dgm:pt modelId="{2853967D-89EE-4905-B908-81A80C6921F7}" type="parTrans" cxnId="{0DBA3E0B-928D-41FC-9C0A-A3A7BB1A8F51}">
      <dgm:prSet/>
      <dgm:spPr/>
      <dgm:t>
        <a:bodyPr/>
        <a:lstStyle/>
        <a:p>
          <a:endParaRPr lang="en-US"/>
        </a:p>
      </dgm:t>
    </dgm:pt>
    <dgm:pt modelId="{3D3C6E02-C95F-43DA-856C-AAE1DAE0E26E}" type="sibTrans" cxnId="{0DBA3E0B-928D-41FC-9C0A-A3A7BB1A8F51}">
      <dgm:prSet/>
      <dgm:spPr/>
      <dgm:t>
        <a:bodyPr/>
        <a:lstStyle/>
        <a:p>
          <a:endParaRPr lang="en-US"/>
        </a:p>
      </dgm:t>
    </dgm:pt>
    <dgm:pt modelId="{5A596B35-07DA-4213-9F3A-5E156DBDAFA1}">
      <dgm:prSet custT="1"/>
      <dgm:spPr>
        <a:solidFill>
          <a:srgbClr val="007A87"/>
        </a:solidFill>
      </dgm:spPr>
      <dgm:t>
        <a:bodyPr/>
        <a:lstStyle/>
        <a:p>
          <a:endParaRPr lang="en-US" sz="1200" dirty="0"/>
        </a:p>
      </dgm:t>
    </dgm:pt>
    <dgm:pt modelId="{2B4E6E0C-D6BB-49A1-AD54-EFE28CFBC012}" type="parTrans" cxnId="{1919B494-1AB5-4D14-AE77-B0ED71427C16}">
      <dgm:prSet/>
      <dgm:spPr/>
      <dgm:t>
        <a:bodyPr/>
        <a:lstStyle/>
        <a:p>
          <a:endParaRPr lang="en-US"/>
        </a:p>
      </dgm:t>
    </dgm:pt>
    <dgm:pt modelId="{091A91A1-2E70-448E-A68A-B2470A340BE4}" type="sibTrans" cxnId="{1919B494-1AB5-4D14-AE77-B0ED71427C16}">
      <dgm:prSet/>
      <dgm:spPr/>
      <dgm:t>
        <a:bodyPr/>
        <a:lstStyle/>
        <a:p>
          <a:endParaRPr lang="en-US"/>
        </a:p>
      </dgm:t>
    </dgm:pt>
    <dgm:pt modelId="{EAD67388-4992-476C-8E5A-4555ED641F6C}">
      <dgm:prSet custT="1"/>
      <dgm:spPr>
        <a:solidFill>
          <a:srgbClr val="007A87"/>
        </a:solidFill>
      </dgm:spPr>
      <dgm:t>
        <a:bodyPr/>
        <a:lstStyle/>
        <a:p>
          <a:endParaRPr lang="en-US" sz="1200" dirty="0"/>
        </a:p>
      </dgm:t>
    </dgm:pt>
    <dgm:pt modelId="{F20BACF4-9DBD-4C5E-8FE1-F2CAA7445C16}" type="parTrans" cxnId="{4550AA80-EE81-4C50-9BC7-627DA1CDB64C}">
      <dgm:prSet/>
      <dgm:spPr/>
      <dgm:t>
        <a:bodyPr/>
        <a:lstStyle/>
        <a:p>
          <a:endParaRPr lang="en-US"/>
        </a:p>
      </dgm:t>
    </dgm:pt>
    <dgm:pt modelId="{32CEBC2F-FC09-470E-95B1-2FE931A9F857}" type="sibTrans" cxnId="{4550AA80-EE81-4C50-9BC7-627DA1CDB64C}">
      <dgm:prSet/>
      <dgm:spPr/>
      <dgm:t>
        <a:bodyPr/>
        <a:lstStyle/>
        <a:p>
          <a:endParaRPr lang="en-US"/>
        </a:p>
      </dgm:t>
    </dgm:pt>
    <dgm:pt modelId="{ADA6A277-4FB5-47A3-BD8F-6EF17FCC4592}">
      <dgm:prSet custT="1"/>
      <dgm:spPr>
        <a:solidFill>
          <a:srgbClr val="007A87"/>
        </a:solidFill>
      </dgm:spPr>
      <dgm:t>
        <a:bodyPr/>
        <a:lstStyle/>
        <a:p>
          <a:endParaRPr lang="en-US" sz="1200" dirty="0"/>
        </a:p>
      </dgm:t>
    </dgm:pt>
    <dgm:pt modelId="{0562C355-006F-4ED8-8C6E-BCF98926B5ED}" type="parTrans" cxnId="{EF6DAA8E-D7E1-4789-9485-96D8B9D219E6}">
      <dgm:prSet/>
      <dgm:spPr/>
      <dgm:t>
        <a:bodyPr/>
        <a:lstStyle/>
        <a:p>
          <a:endParaRPr lang="en-US"/>
        </a:p>
      </dgm:t>
    </dgm:pt>
    <dgm:pt modelId="{0E505B1E-09A8-43A3-B571-1958FAED8956}" type="sibTrans" cxnId="{EF6DAA8E-D7E1-4789-9485-96D8B9D219E6}">
      <dgm:prSet/>
      <dgm:spPr/>
      <dgm:t>
        <a:bodyPr/>
        <a:lstStyle/>
        <a:p>
          <a:endParaRPr lang="en-US"/>
        </a:p>
      </dgm:t>
    </dgm:pt>
    <dgm:pt modelId="{5580DA78-D179-4F0B-BE42-BE3D13818E7D}" type="pres">
      <dgm:prSet presAssocID="{30735FA2-706B-4DEB-99AA-134DE508418A}" presName="outerComposite" presStyleCnt="0">
        <dgm:presLayoutVars>
          <dgm:chMax val="5"/>
          <dgm:dir/>
          <dgm:resizeHandles val="exact"/>
        </dgm:presLayoutVars>
      </dgm:prSet>
      <dgm:spPr/>
    </dgm:pt>
    <dgm:pt modelId="{FA46A9A4-7DB6-4407-B7F7-95358D4A8726}" type="pres">
      <dgm:prSet presAssocID="{30735FA2-706B-4DEB-99AA-134DE508418A}" presName="dummyMaxCanvas" presStyleCnt="0">
        <dgm:presLayoutVars/>
      </dgm:prSet>
      <dgm:spPr/>
    </dgm:pt>
    <dgm:pt modelId="{1C82E91C-57D8-455A-973B-DDF8828A70E9}" type="pres">
      <dgm:prSet presAssocID="{30735FA2-706B-4DEB-99AA-134DE508418A}" presName="FiveNodes_1" presStyleLbl="node1" presStyleIdx="0" presStyleCnt="5">
        <dgm:presLayoutVars>
          <dgm:bulletEnabled val="1"/>
        </dgm:presLayoutVars>
      </dgm:prSet>
      <dgm:spPr/>
    </dgm:pt>
    <dgm:pt modelId="{F8A207F0-1EF6-4D70-A8D2-26970A41A995}" type="pres">
      <dgm:prSet presAssocID="{30735FA2-706B-4DEB-99AA-134DE508418A}" presName="FiveNodes_2" presStyleLbl="node1" presStyleIdx="1" presStyleCnt="5">
        <dgm:presLayoutVars>
          <dgm:bulletEnabled val="1"/>
        </dgm:presLayoutVars>
      </dgm:prSet>
      <dgm:spPr/>
    </dgm:pt>
    <dgm:pt modelId="{5B4BE3C1-DCA6-4976-96F1-86D72330EC3E}" type="pres">
      <dgm:prSet presAssocID="{30735FA2-706B-4DEB-99AA-134DE508418A}" presName="FiveNodes_3" presStyleLbl="node1" presStyleIdx="2" presStyleCnt="5">
        <dgm:presLayoutVars>
          <dgm:bulletEnabled val="1"/>
        </dgm:presLayoutVars>
      </dgm:prSet>
      <dgm:spPr/>
    </dgm:pt>
    <dgm:pt modelId="{BDB986C6-7D01-4BDD-B231-F759158127A4}" type="pres">
      <dgm:prSet presAssocID="{30735FA2-706B-4DEB-99AA-134DE508418A}" presName="FiveNodes_4" presStyleLbl="node1" presStyleIdx="3" presStyleCnt="5">
        <dgm:presLayoutVars>
          <dgm:bulletEnabled val="1"/>
        </dgm:presLayoutVars>
      </dgm:prSet>
      <dgm:spPr/>
    </dgm:pt>
    <dgm:pt modelId="{D64E6F4B-260F-41AF-8887-942A61AEDAE5}" type="pres">
      <dgm:prSet presAssocID="{30735FA2-706B-4DEB-99AA-134DE508418A}" presName="FiveNodes_5" presStyleLbl="node1" presStyleIdx="4" presStyleCnt="5">
        <dgm:presLayoutVars>
          <dgm:bulletEnabled val="1"/>
        </dgm:presLayoutVars>
      </dgm:prSet>
      <dgm:spPr/>
    </dgm:pt>
    <dgm:pt modelId="{BA08C576-DDA0-4EF7-A3CD-8B637F4307AA}" type="pres">
      <dgm:prSet presAssocID="{30735FA2-706B-4DEB-99AA-134DE508418A}" presName="FiveConn_1-2" presStyleLbl="fgAccFollowNode1" presStyleIdx="0" presStyleCnt="4">
        <dgm:presLayoutVars>
          <dgm:bulletEnabled val="1"/>
        </dgm:presLayoutVars>
      </dgm:prSet>
      <dgm:spPr/>
    </dgm:pt>
    <dgm:pt modelId="{16BA02E3-0323-4608-917A-A24FDB39FB62}" type="pres">
      <dgm:prSet presAssocID="{30735FA2-706B-4DEB-99AA-134DE508418A}" presName="FiveConn_2-3" presStyleLbl="fgAccFollowNode1" presStyleIdx="1" presStyleCnt="4">
        <dgm:presLayoutVars>
          <dgm:bulletEnabled val="1"/>
        </dgm:presLayoutVars>
      </dgm:prSet>
      <dgm:spPr/>
    </dgm:pt>
    <dgm:pt modelId="{D751843C-0281-4DFC-9816-65E226EE5BE7}" type="pres">
      <dgm:prSet presAssocID="{30735FA2-706B-4DEB-99AA-134DE508418A}" presName="FiveConn_3-4" presStyleLbl="fgAccFollowNode1" presStyleIdx="2" presStyleCnt="4">
        <dgm:presLayoutVars>
          <dgm:bulletEnabled val="1"/>
        </dgm:presLayoutVars>
      </dgm:prSet>
      <dgm:spPr/>
    </dgm:pt>
    <dgm:pt modelId="{6D44CD63-4831-47EA-A2A4-EB1766E2F63C}" type="pres">
      <dgm:prSet presAssocID="{30735FA2-706B-4DEB-99AA-134DE508418A}" presName="FiveConn_4-5" presStyleLbl="fgAccFollowNode1" presStyleIdx="3" presStyleCnt="4">
        <dgm:presLayoutVars>
          <dgm:bulletEnabled val="1"/>
        </dgm:presLayoutVars>
      </dgm:prSet>
      <dgm:spPr/>
    </dgm:pt>
    <dgm:pt modelId="{39C4C214-DBCC-4446-97DC-81681AB12C1A}" type="pres">
      <dgm:prSet presAssocID="{30735FA2-706B-4DEB-99AA-134DE508418A}" presName="FiveNodes_1_text" presStyleLbl="node1" presStyleIdx="4" presStyleCnt="5">
        <dgm:presLayoutVars>
          <dgm:bulletEnabled val="1"/>
        </dgm:presLayoutVars>
      </dgm:prSet>
      <dgm:spPr/>
    </dgm:pt>
    <dgm:pt modelId="{564457D7-76E9-4258-AA9C-8486E6E58AA5}" type="pres">
      <dgm:prSet presAssocID="{30735FA2-706B-4DEB-99AA-134DE508418A}" presName="FiveNodes_2_text" presStyleLbl="node1" presStyleIdx="4" presStyleCnt="5">
        <dgm:presLayoutVars>
          <dgm:bulletEnabled val="1"/>
        </dgm:presLayoutVars>
      </dgm:prSet>
      <dgm:spPr/>
    </dgm:pt>
    <dgm:pt modelId="{209EEA07-C899-4DC7-998D-1AA057774E2D}" type="pres">
      <dgm:prSet presAssocID="{30735FA2-706B-4DEB-99AA-134DE508418A}" presName="FiveNodes_3_text" presStyleLbl="node1" presStyleIdx="4" presStyleCnt="5">
        <dgm:presLayoutVars>
          <dgm:bulletEnabled val="1"/>
        </dgm:presLayoutVars>
      </dgm:prSet>
      <dgm:spPr/>
    </dgm:pt>
    <dgm:pt modelId="{570CE966-7FAD-4D70-801C-E84513F892CB}" type="pres">
      <dgm:prSet presAssocID="{30735FA2-706B-4DEB-99AA-134DE508418A}" presName="FiveNodes_4_text" presStyleLbl="node1" presStyleIdx="4" presStyleCnt="5">
        <dgm:presLayoutVars>
          <dgm:bulletEnabled val="1"/>
        </dgm:presLayoutVars>
      </dgm:prSet>
      <dgm:spPr/>
    </dgm:pt>
    <dgm:pt modelId="{7AC612F4-18BC-48D8-AD31-1E86605B7805}" type="pres">
      <dgm:prSet presAssocID="{30735FA2-706B-4DEB-99AA-134DE508418A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6005C208-B41D-4495-8494-34223D954E71}" type="presOf" srcId="{EC1C0B63-3C5D-4F01-9BDD-338F2BEA83E4}" destId="{564457D7-76E9-4258-AA9C-8486E6E58AA5}" srcOrd="1" destOrd="0" presId="urn:microsoft.com/office/officeart/2005/8/layout/vProcess5"/>
    <dgm:cxn modelId="{0DBA3E0B-928D-41FC-9C0A-A3A7BB1A8F51}" srcId="{30735FA2-706B-4DEB-99AA-134DE508418A}" destId="{EC1C0B63-3C5D-4F01-9BDD-338F2BEA83E4}" srcOrd="1" destOrd="0" parTransId="{2853967D-89EE-4905-B908-81A80C6921F7}" sibTransId="{3D3C6E02-C95F-43DA-856C-AAE1DAE0E26E}"/>
    <dgm:cxn modelId="{156F790C-91B5-494D-A6A8-3A1FA0035FBD}" type="presOf" srcId="{091A91A1-2E70-448E-A68A-B2470A340BE4}" destId="{D751843C-0281-4DFC-9816-65E226EE5BE7}" srcOrd="0" destOrd="0" presId="urn:microsoft.com/office/officeart/2005/8/layout/vProcess5"/>
    <dgm:cxn modelId="{EA5D0F19-2AEF-4108-8B30-1B07209A2730}" type="presOf" srcId="{EAD67388-4992-476C-8E5A-4555ED641F6C}" destId="{570CE966-7FAD-4D70-801C-E84513F892CB}" srcOrd="1" destOrd="0" presId="urn:microsoft.com/office/officeart/2005/8/layout/vProcess5"/>
    <dgm:cxn modelId="{4CCB291B-DE64-4C23-8511-1C9929B2B2A2}" type="presOf" srcId="{5A596B35-07DA-4213-9F3A-5E156DBDAFA1}" destId="{5B4BE3C1-DCA6-4976-96F1-86D72330EC3E}" srcOrd="0" destOrd="0" presId="urn:microsoft.com/office/officeart/2005/8/layout/vProcess5"/>
    <dgm:cxn modelId="{10CFCC28-E0C8-422C-BEDE-FE71408F9E79}" type="presOf" srcId="{EBACA487-DD45-4A1F-8719-42D36961C1AC}" destId="{1C82E91C-57D8-455A-973B-DDF8828A70E9}" srcOrd="0" destOrd="0" presId="urn:microsoft.com/office/officeart/2005/8/layout/vProcess5"/>
    <dgm:cxn modelId="{18A9103F-39B0-4DE6-B8DA-1925403E1CF6}" type="presOf" srcId="{3D3C6E02-C95F-43DA-856C-AAE1DAE0E26E}" destId="{16BA02E3-0323-4608-917A-A24FDB39FB62}" srcOrd="0" destOrd="0" presId="urn:microsoft.com/office/officeart/2005/8/layout/vProcess5"/>
    <dgm:cxn modelId="{1208413F-4814-41CE-943B-A8E669802508}" type="presOf" srcId="{EAD67388-4992-476C-8E5A-4555ED641F6C}" destId="{BDB986C6-7D01-4BDD-B231-F759158127A4}" srcOrd="0" destOrd="0" presId="urn:microsoft.com/office/officeart/2005/8/layout/vProcess5"/>
    <dgm:cxn modelId="{D26D485F-C17F-45B2-AEAC-B62ADF457BA0}" type="presOf" srcId="{30735FA2-706B-4DEB-99AA-134DE508418A}" destId="{5580DA78-D179-4F0B-BE42-BE3D13818E7D}" srcOrd="0" destOrd="0" presId="urn:microsoft.com/office/officeart/2005/8/layout/vProcess5"/>
    <dgm:cxn modelId="{4550AA80-EE81-4C50-9BC7-627DA1CDB64C}" srcId="{30735FA2-706B-4DEB-99AA-134DE508418A}" destId="{EAD67388-4992-476C-8E5A-4555ED641F6C}" srcOrd="3" destOrd="0" parTransId="{F20BACF4-9DBD-4C5E-8FE1-F2CAA7445C16}" sibTransId="{32CEBC2F-FC09-470E-95B1-2FE931A9F857}"/>
    <dgm:cxn modelId="{3F320188-E728-4710-B946-7BA0D6127140}" type="presOf" srcId="{411F64AF-F3D1-4457-8015-04471B232C61}" destId="{BA08C576-DDA0-4EF7-A3CD-8B637F4307AA}" srcOrd="0" destOrd="0" presId="urn:microsoft.com/office/officeart/2005/8/layout/vProcess5"/>
    <dgm:cxn modelId="{EF6DAA8E-D7E1-4789-9485-96D8B9D219E6}" srcId="{30735FA2-706B-4DEB-99AA-134DE508418A}" destId="{ADA6A277-4FB5-47A3-BD8F-6EF17FCC4592}" srcOrd="4" destOrd="0" parTransId="{0562C355-006F-4ED8-8C6E-BCF98926B5ED}" sibTransId="{0E505B1E-09A8-43A3-B571-1958FAED8956}"/>
    <dgm:cxn modelId="{1919B494-1AB5-4D14-AE77-B0ED71427C16}" srcId="{30735FA2-706B-4DEB-99AA-134DE508418A}" destId="{5A596B35-07DA-4213-9F3A-5E156DBDAFA1}" srcOrd="2" destOrd="0" parTransId="{2B4E6E0C-D6BB-49A1-AD54-EFE28CFBC012}" sibTransId="{091A91A1-2E70-448E-A68A-B2470A340BE4}"/>
    <dgm:cxn modelId="{A11D5CB4-29A6-4DA8-8E2B-F44F72711A04}" type="presOf" srcId="{32CEBC2F-FC09-470E-95B1-2FE931A9F857}" destId="{6D44CD63-4831-47EA-A2A4-EB1766E2F63C}" srcOrd="0" destOrd="0" presId="urn:microsoft.com/office/officeart/2005/8/layout/vProcess5"/>
    <dgm:cxn modelId="{E36539B5-E6F4-4894-8EB9-BF3175BF112E}" type="presOf" srcId="{5A596B35-07DA-4213-9F3A-5E156DBDAFA1}" destId="{209EEA07-C899-4DC7-998D-1AA057774E2D}" srcOrd="1" destOrd="0" presId="urn:microsoft.com/office/officeart/2005/8/layout/vProcess5"/>
    <dgm:cxn modelId="{6EEE3CC2-0B98-4796-BC21-011096E3B67F}" type="presOf" srcId="{EC1C0B63-3C5D-4F01-9BDD-338F2BEA83E4}" destId="{F8A207F0-1EF6-4D70-A8D2-26970A41A995}" srcOrd="0" destOrd="0" presId="urn:microsoft.com/office/officeart/2005/8/layout/vProcess5"/>
    <dgm:cxn modelId="{D9F5D2CD-7DF7-4CAF-A6DB-869B0145A83E}" type="presOf" srcId="{ADA6A277-4FB5-47A3-BD8F-6EF17FCC4592}" destId="{D64E6F4B-260F-41AF-8887-942A61AEDAE5}" srcOrd="0" destOrd="0" presId="urn:microsoft.com/office/officeart/2005/8/layout/vProcess5"/>
    <dgm:cxn modelId="{BFDDD7D3-92BC-47A8-A20E-1D0220FB1CF2}" srcId="{30735FA2-706B-4DEB-99AA-134DE508418A}" destId="{EBACA487-DD45-4A1F-8719-42D36961C1AC}" srcOrd="0" destOrd="0" parTransId="{E24CDFBB-87E6-4082-A95D-8709A5C141F7}" sibTransId="{411F64AF-F3D1-4457-8015-04471B232C61}"/>
    <dgm:cxn modelId="{E5BB52E3-4E58-4E82-899D-A6CACB6B357E}" type="presOf" srcId="{ADA6A277-4FB5-47A3-BD8F-6EF17FCC4592}" destId="{7AC612F4-18BC-48D8-AD31-1E86605B7805}" srcOrd="1" destOrd="0" presId="urn:microsoft.com/office/officeart/2005/8/layout/vProcess5"/>
    <dgm:cxn modelId="{297A40FD-2C39-4447-8DEC-A344E06E1C6D}" type="presOf" srcId="{EBACA487-DD45-4A1F-8719-42D36961C1AC}" destId="{39C4C214-DBCC-4446-97DC-81681AB12C1A}" srcOrd="1" destOrd="0" presId="urn:microsoft.com/office/officeart/2005/8/layout/vProcess5"/>
    <dgm:cxn modelId="{4E36E1B6-0D12-4890-9B22-1BE67CC55C5D}" type="presParOf" srcId="{5580DA78-D179-4F0B-BE42-BE3D13818E7D}" destId="{FA46A9A4-7DB6-4407-B7F7-95358D4A8726}" srcOrd="0" destOrd="0" presId="urn:microsoft.com/office/officeart/2005/8/layout/vProcess5"/>
    <dgm:cxn modelId="{DCF9229F-6893-4B24-97E5-1B55CA609CC7}" type="presParOf" srcId="{5580DA78-D179-4F0B-BE42-BE3D13818E7D}" destId="{1C82E91C-57D8-455A-973B-DDF8828A70E9}" srcOrd="1" destOrd="0" presId="urn:microsoft.com/office/officeart/2005/8/layout/vProcess5"/>
    <dgm:cxn modelId="{1569B93E-08EC-458B-B1A7-39B948BE1876}" type="presParOf" srcId="{5580DA78-D179-4F0B-BE42-BE3D13818E7D}" destId="{F8A207F0-1EF6-4D70-A8D2-26970A41A995}" srcOrd="2" destOrd="0" presId="urn:microsoft.com/office/officeart/2005/8/layout/vProcess5"/>
    <dgm:cxn modelId="{F5C9E94C-B597-4619-877C-A1B27619079A}" type="presParOf" srcId="{5580DA78-D179-4F0B-BE42-BE3D13818E7D}" destId="{5B4BE3C1-DCA6-4976-96F1-86D72330EC3E}" srcOrd="3" destOrd="0" presId="urn:microsoft.com/office/officeart/2005/8/layout/vProcess5"/>
    <dgm:cxn modelId="{C38A7174-F0AB-4F41-94A8-BA393E93267F}" type="presParOf" srcId="{5580DA78-D179-4F0B-BE42-BE3D13818E7D}" destId="{BDB986C6-7D01-4BDD-B231-F759158127A4}" srcOrd="4" destOrd="0" presId="urn:microsoft.com/office/officeart/2005/8/layout/vProcess5"/>
    <dgm:cxn modelId="{8F9246F6-3D2E-4962-91B3-3108B6FBC202}" type="presParOf" srcId="{5580DA78-D179-4F0B-BE42-BE3D13818E7D}" destId="{D64E6F4B-260F-41AF-8887-942A61AEDAE5}" srcOrd="5" destOrd="0" presId="urn:microsoft.com/office/officeart/2005/8/layout/vProcess5"/>
    <dgm:cxn modelId="{774D67A2-FBBF-47DD-B889-E8C565F8C172}" type="presParOf" srcId="{5580DA78-D179-4F0B-BE42-BE3D13818E7D}" destId="{BA08C576-DDA0-4EF7-A3CD-8B637F4307AA}" srcOrd="6" destOrd="0" presId="urn:microsoft.com/office/officeart/2005/8/layout/vProcess5"/>
    <dgm:cxn modelId="{E8654E91-4F9B-45A8-AEF0-E647F101FD9E}" type="presParOf" srcId="{5580DA78-D179-4F0B-BE42-BE3D13818E7D}" destId="{16BA02E3-0323-4608-917A-A24FDB39FB62}" srcOrd="7" destOrd="0" presId="urn:microsoft.com/office/officeart/2005/8/layout/vProcess5"/>
    <dgm:cxn modelId="{B1741D7E-BCF9-4C72-9247-E5124DE26752}" type="presParOf" srcId="{5580DA78-D179-4F0B-BE42-BE3D13818E7D}" destId="{D751843C-0281-4DFC-9816-65E226EE5BE7}" srcOrd="8" destOrd="0" presId="urn:microsoft.com/office/officeart/2005/8/layout/vProcess5"/>
    <dgm:cxn modelId="{93F25422-08F9-46B9-B5D4-69015D706BF5}" type="presParOf" srcId="{5580DA78-D179-4F0B-BE42-BE3D13818E7D}" destId="{6D44CD63-4831-47EA-A2A4-EB1766E2F63C}" srcOrd="9" destOrd="0" presId="urn:microsoft.com/office/officeart/2005/8/layout/vProcess5"/>
    <dgm:cxn modelId="{A8DBFF1E-D61D-49BB-B763-605BABF2CCCA}" type="presParOf" srcId="{5580DA78-D179-4F0B-BE42-BE3D13818E7D}" destId="{39C4C214-DBCC-4446-97DC-81681AB12C1A}" srcOrd="10" destOrd="0" presId="urn:microsoft.com/office/officeart/2005/8/layout/vProcess5"/>
    <dgm:cxn modelId="{2B33AC1D-1A52-43CD-BACA-BCBC7EF5CEAE}" type="presParOf" srcId="{5580DA78-D179-4F0B-BE42-BE3D13818E7D}" destId="{564457D7-76E9-4258-AA9C-8486E6E58AA5}" srcOrd="11" destOrd="0" presId="urn:microsoft.com/office/officeart/2005/8/layout/vProcess5"/>
    <dgm:cxn modelId="{8A363D7A-5C9F-4DC6-9475-5E2948D6AF36}" type="presParOf" srcId="{5580DA78-D179-4F0B-BE42-BE3D13818E7D}" destId="{209EEA07-C899-4DC7-998D-1AA057774E2D}" srcOrd="12" destOrd="0" presId="urn:microsoft.com/office/officeart/2005/8/layout/vProcess5"/>
    <dgm:cxn modelId="{CF1C6999-C70C-4EC7-8676-934948C99337}" type="presParOf" srcId="{5580DA78-D179-4F0B-BE42-BE3D13818E7D}" destId="{570CE966-7FAD-4D70-801C-E84513F892CB}" srcOrd="13" destOrd="0" presId="urn:microsoft.com/office/officeart/2005/8/layout/vProcess5"/>
    <dgm:cxn modelId="{C6025810-9234-4D77-92DC-A9C3C0D4E6CC}" type="presParOf" srcId="{5580DA78-D179-4F0B-BE42-BE3D13818E7D}" destId="{7AC612F4-18BC-48D8-AD31-1E86605B7805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82E91C-57D8-455A-973B-DDF8828A70E9}">
      <dsp:nvSpPr>
        <dsp:cNvPr id="0" name=""/>
        <dsp:cNvSpPr/>
      </dsp:nvSpPr>
      <dsp:spPr>
        <a:xfrm>
          <a:off x="0" y="0"/>
          <a:ext cx="6563664" cy="624468"/>
        </a:xfrm>
        <a:prstGeom prst="roundRect">
          <a:avLst>
            <a:gd name="adj" fmla="val 10000"/>
          </a:avLst>
        </a:prstGeom>
        <a:solidFill>
          <a:srgbClr val="007A87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 dirty="0"/>
        </a:p>
      </dsp:txBody>
      <dsp:txXfrm>
        <a:off x="18290" y="18290"/>
        <a:ext cx="5816751" cy="587888"/>
      </dsp:txXfrm>
    </dsp:sp>
    <dsp:sp modelId="{F8A207F0-1EF6-4D70-A8D2-26970A41A995}">
      <dsp:nvSpPr>
        <dsp:cNvPr id="0" name=""/>
        <dsp:cNvSpPr/>
      </dsp:nvSpPr>
      <dsp:spPr>
        <a:xfrm>
          <a:off x="490143" y="711200"/>
          <a:ext cx="6563664" cy="624468"/>
        </a:xfrm>
        <a:prstGeom prst="roundRect">
          <a:avLst>
            <a:gd name="adj" fmla="val 10000"/>
          </a:avLst>
        </a:prstGeom>
        <a:solidFill>
          <a:srgbClr val="007A87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 dirty="0"/>
        </a:p>
      </dsp:txBody>
      <dsp:txXfrm>
        <a:off x="508433" y="729490"/>
        <a:ext cx="5631036" cy="587888"/>
      </dsp:txXfrm>
    </dsp:sp>
    <dsp:sp modelId="{5B4BE3C1-DCA6-4976-96F1-86D72330EC3E}">
      <dsp:nvSpPr>
        <dsp:cNvPr id="0" name=""/>
        <dsp:cNvSpPr/>
      </dsp:nvSpPr>
      <dsp:spPr>
        <a:xfrm>
          <a:off x="980287" y="1422401"/>
          <a:ext cx="6563664" cy="624468"/>
        </a:xfrm>
        <a:prstGeom prst="roundRect">
          <a:avLst>
            <a:gd name="adj" fmla="val 10000"/>
          </a:avLst>
        </a:prstGeom>
        <a:solidFill>
          <a:srgbClr val="007A87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 dirty="0"/>
        </a:p>
      </dsp:txBody>
      <dsp:txXfrm>
        <a:off x="998577" y="1440691"/>
        <a:ext cx="5631036" cy="587888"/>
      </dsp:txXfrm>
    </dsp:sp>
    <dsp:sp modelId="{BDB986C6-7D01-4BDD-B231-F759158127A4}">
      <dsp:nvSpPr>
        <dsp:cNvPr id="0" name=""/>
        <dsp:cNvSpPr/>
      </dsp:nvSpPr>
      <dsp:spPr>
        <a:xfrm>
          <a:off x="1470431" y="2133602"/>
          <a:ext cx="6563664" cy="624468"/>
        </a:xfrm>
        <a:prstGeom prst="roundRect">
          <a:avLst>
            <a:gd name="adj" fmla="val 10000"/>
          </a:avLst>
        </a:prstGeom>
        <a:solidFill>
          <a:srgbClr val="007A87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 dirty="0"/>
        </a:p>
      </dsp:txBody>
      <dsp:txXfrm>
        <a:off x="1488721" y="2151892"/>
        <a:ext cx="5631036" cy="587888"/>
      </dsp:txXfrm>
    </dsp:sp>
    <dsp:sp modelId="{D64E6F4B-260F-41AF-8887-942A61AEDAE5}">
      <dsp:nvSpPr>
        <dsp:cNvPr id="0" name=""/>
        <dsp:cNvSpPr/>
      </dsp:nvSpPr>
      <dsp:spPr>
        <a:xfrm>
          <a:off x="1960575" y="2844803"/>
          <a:ext cx="6563664" cy="624468"/>
        </a:xfrm>
        <a:prstGeom prst="roundRect">
          <a:avLst>
            <a:gd name="adj" fmla="val 10000"/>
          </a:avLst>
        </a:prstGeom>
        <a:solidFill>
          <a:srgbClr val="007A87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 dirty="0"/>
        </a:p>
      </dsp:txBody>
      <dsp:txXfrm>
        <a:off x="1978865" y="2863093"/>
        <a:ext cx="5631036" cy="587888"/>
      </dsp:txXfrm>
    </dsp:sp>
    <dsp:sp modelId="{BA08C576-DDA0-4EF7-A3CD-8B637F4307AA}">
      <dsp:nvSpPr>
        <dsp:cNvPr id="0" name=""/>
        <dsp:cNvSpPr/>
      </dsp:nvSpPr>
      <dsp:spPr>
        <a:xfrm>
          <a:off x="6157759" y="456209"/>
          <a:ext cx="405904" cy="40590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6249087" y="456209"/>
        <a:ext cx="223248" cy="305443"/>
      </dsp:txXfrm>
    </dsp:sp>
    <dsp:sp modelId="{16BA02E3-0323-4608-917A-A24FDB39FB62}">
      <dsp:nvSpPr>
        <dsp:cNvPr id="0" name=""/>
        <dsp:cNvSpPr/>
      </dsp:nvSpPr>
      <dsp:spPr>
        <a:xfrm>
          <a:off x="6647903" y="1167410"/>
          <a:ext cx="405904" cy="40590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6739231" y="1167410"/>
        <a:ext cx="223248" cy="305443"/>
      </dsp:txXfrm>
    </dsp:sp>
    <dsp:sp modelId="{D751843C-0281-4DFC-9816-65E226EE5BE7}">
      <dsp:nvSpPr>
        <dsp:cNvPr id="0" name=""/>
        <dsp:cNvSpPr/>
      </dsp:nvSpPr>
      <dsp:spPr>
        <a:xfrm>
          <a:off x="7138047" y="1868202"/>
          <a:ext cx="405904" cy="40590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7229375" y="1868202"/>
        <a:ext cx="223248" cy="305443"/>
      </dsp:txXfrm>
    </dsp:sp>
    <dsp:sp modelId="{6D44CD63-4831-47EA-A2A4-EB1766E2F63C}">
      <dsp:nvSpPr>
        <dsp:cNvPr id="0" name=""/>
        <dsp:cNvSpPr/>
      </dsp:nvSpPr>
      <dsp:spPr>
        <a:xfrm>
          <a:off x="7628191" y="2586342"/>
          <a:ext cx="405904" cy="40590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7719519" y="2586342"/>
        <a:ext cx="223248" cy="3054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0.sv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417320"/>
            <a:ext cx="9144000" cy="4572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554480"/>
            <a:ext cx="6795963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 dirty="0">
                <a:solidFill>
                  <a:srgbClr val="1B1B2F"/>
                </a:solidFill>
                <a:latin typeface="Calibri"/>
              </a:rPr>
              <a:t>Data-Driven Drafting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" y="2384769"/>
            <a:ext cx="5066836" cy="21852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dirty="0">
                <a:solidFill>
                  <a:srgbClr val="555555"/>
                </a:solidFill>
                <a:latin typeface="Calibri"/>
              </a:rPr>
              <a:t>Predicting NBA career success from college statistics
</a:t>
            </a:r>
            <a:endParaRPr lang="en-US" sz="1800" dirty="0">
              <a:solidFill>
                <a:srgbClr val="555555"/>
              </a:solidFill>
              <a:latin typeface="Calibri"/>
            </a:endParaRPr>
          </a:p>
          <a:p>
            <a:pPr algn="l"/>
            <a:endParaRPr lang="en-US" dirty="0">
              <a:solidFill>
                <a:srgbClr val="555555"/>
              </a:solidFill>
              <a:latin typeface="Calibri"/>
            </a:endParaRPr>
          </a:p>
          <a:p>
            <a:pPr algn="l"/>
            <a:endParaRPr lang="en-US" sz="1800" dirty="0">
              <a:solidFill>
                <a:srgbClr val="555555"/>
              </a:solidFill>
              <a:latin typeface="Calibri"/>
            </a:endParaRPr>
          </a:p>
          <a:p>
            <a:pPr algn="l"/>
            <a:endParaRPr lang="en-US" dirty="0">
              <a:solidFill>
                <a:srgbClr val="555555"/>
              </a:solidFill>
              <a:latin typeface="Calibri"/>
            </a:endParaRPr>
          </a:p>
          <a:p>
            <a:pPr algn="l"/>
            <a:endParaRPr lang="en-US" sz="1800" dirty="0">
              <a:solidFill>
                <a:srgbClr val="555555"/>
              </a:solidFill>
              <a:latin typeface="Calibri"/>
            </a:endParaRPr>
          </a:p>
          <a:p>
            <a:pPr algn="l"/>
            <a:r>
              <a:rPr lang="en-US" sz="1400" dirty="0">
                <a:solidFill>
                  <a:srgbClr val="555555"/>
                </a:solidFill>
                <a:latin typeface="Calibri"/>
              </a:rPr>
              <a:t>Zion Tippetts</a:t>
            </a:r>
          </a:p>
          <a:p>
            <a:pPr algn="l"/>
            <a:r>
              <a:rPr sz="1400" dirty="0">
                <a:solidFill>
                  <a:srgbClr val="555555"/>
                </a:solidFill>
                <a:latin typeface="Calibri"/>
              </a:rPr>
              <a:t>STAT 486</a:t>
            </a:r>
          </a:p>
        </p:txBody>
      </p:sp>
      <p:pic>
        <p:nvPicPr>
          <p:cNvPr id="1026" name="Picture 2" descr="NBA draft starts tonight. Top ...">
            <a:extLst>
              <a:ext uri="{FF2B5EF4-FFF2-40B4-BE49-F238E27FC236}">
                <a16:creationId xmlns:a16="http://schemas.microsoft.com/office/drawing/2014/main" id="{ED1BC8BF-7B12-1A95-9E44-BE1CAD1E3B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8492" y="159445"/>
            <a:ext cx="2751284" cy="1100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aphic 5" descr="Research with solid fill">
            <a:extLst>
              <a:ext uri="{FF2B5EF4-FFF2-40B4-BE49-F238E27FC236}">
                <a16:creationId xmlns:a16="http://schemas.microsoft.com/office/drawing/2014/main" id="{8CC56F8D-1B5A-EB5F-328A-CC3FB2D829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9430" y="3803931"/>
            <a:ext cx="1194069" cy="11940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CF40C46-12CA-7265-7D02-9029E9D1A53B}"/>
              </a:ext>
            </a:extLst>
          </p:cNvPr>
          <p:cNvSpPr/>
          <p:nvPr/>
        </p:nvSpPr>
        <p:spPr>
          <a:xfrm>
            <a:off x="1114023" y="1965080"/>
            <a:ext cx="7416299" cy="964863"/>
          </a:xfrm>
          <a:prstGeom prst="roundRect">
            <a:avLst/>
          </a:prstGeom>
          <a:solidFill>
            <a:srgbClr val="007A87">
              <a:alpha val="54118"/>
            </a:srgbClr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163640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 dirty="0">
                <a:solidFill>
                  <a:srgbClr val="1B1B2F"/>
                </a:solidFill>
                <a:latin typeface="Calibri"/>
              </a:rPr>
              <a:t>Research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47777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  <a:latin typeface="Calibri"/>
              </a:rPr>
              <a:t>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943FC16-9CA3-AD32-C9BA-8887E1078622}"/>
              </a:ext>
            </a:extLst>
          </p:cNvPr>
          <p:cNvSpPr/>
          <p:nvPr/>
        </p:nvSpPr>
        <p:spPr>
          <a:xfrm>
            <a:off x="594360" y="1634879"/>
            <a:ext cx="7955280" cy="774571"/>
          </a:xfrm>
          <a:prstGeom prst="round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Can college statistics predict long-run NBA career success?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C6DD85-4BB4-503A-09A9-3CE2DC9C5223}"/>
              </a:ext>
            </a:extLst>
          </p:cNvPr>
          <p:cNvSpPr txBox="1"/>
          <p:nvPr/>
        </p:nvSpPr>
        <p:spPr>
          <a:xfrm>
            <a:off x="1409610" y="2511906"/>
            <a:ext cx="4501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Which pre-draft indicators matter most?</a:t>
            </a:r>
          </a:p>
        </p:txBody>
      </p:sp>
      <p:pic>
        <p:nvPicPr>
          <p:cNvPr id="10" name="Graphic 9" descr="Question Mark with solid fill">
            <a:extLst>
              <a:ext uri="{FF2B5EF4-FFF2-40B4-BE49-F238E27FC236}">
                <a16:creationId xmlns:a16="http://schemas.microsoft.com/office/drawing/2014/main" id="{324E7485-CF2F-1E3F-4C88-020DAD36CC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05750" y="219036"/>
            <a:ext cx="914400" cy="914400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318B08C-322F-9750-9CDD-A33816A4F3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2618203"/>
              </p:ext>
            </p:extLst>
          </p:nvPr>
        </p:nvGraphicFramePr>
        <p:xfrm>
          <a:off x="0" y="4286250"/>
          <a:ext cx="9144003" cy="3708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831273">
                  <a:extLst>
                    <a:ext uri="{9D8B030D-6E8A-4147-A177-3AD203B41FA5}">
                      <a16:colId xmlns:a16="http://schemas.microsoft.com/office/drawing/2014/main" val="1973202316"/>
                    </a:ext>
                  </a:extLst>
                </a:gridCol>
                <a:gridCol w="831273">
                  <a:extLst>
                    <a:ext uri="{9D8B030D-6E8A-4147-A177-3AD203B41FA5}">
                      <a16:colId xmlns:a16="http://schemas.microsoft.com/office/drawing/2014/main" val="1632749532"/>
                    </a:ext>
                  </a:extLst>
                </a:gridCol>
                <a:gridCol w="831273">
                  <a:extLst>
                    <a:ext uri="{9D8B030D-6E8A-4147-A177-3AD203B41FA5}">
                      <a16:colId xmlns:a16="http://schemas.microsoft.com/office/drawing/2014/main" val="1043346341"/>
                    </a:ext>
                  </a:extLst>
                </a:gridCol>
                <a:gridCol w="831273">
                  <a:extLst>
                    <a:ext uri="{9D8B030D-6E8A-4147-A177-3AD203B41FA5}">
                      <a16:colId xmlns:a16="http://schemas.microsoft.com/office/drawing/2014/main" val="2966934838"/>
                    </a:ext>
                  </a:extLst>
                </a:gridCol>
                <a:gridCol w="831273">
                  <a:extLst>
                    <a:ext uri="{9D8B030D-6E8A-4147-A177-3AD203B41FA5}">
                      <a16:colId xmlns:a16="http://schemas.microsoft.com/office/drawing/2014/main" val="558760496"/>
                    </a:ext>
                  </a:extLst>
                </a:gridCol>
                <a:gridCol w="831273">
                  <a:extLst>
                    <a:ext uri="{9D8B030D-6E8A-4147-A177-3AD203B41FA5}">
                      <a16:colId xmlns:a16="http://schemas.microsoft.com/office/drawing/2014/main" val="1316005786"/>
                    </a:ext>
                  </a:extLst>
                </a:gridCol>
                <a:gridCol w="831273">
                  <a:extLst>
                    <a:ext uri="{9D8B030D-6E8A-4147-A177-3AD203B41FA5}">
                      <a16:colId xmlns:a16="http://schemas.microsoft.com/office/drawing/2014/main" val="2309445715"/>
                    </a:ext>
                  </a:extLst>
                </a:gridCol>
                <a:gridCol w="831273">
                  <a:extLst>
                    <a:ext uri="{9D8B030D-6E8A-4147-A177-3AD203B41FA5}">
                      <a16:colId xmlns:a16="http://schemas.microsoft.com/office/drawing/2014/main" val="3346505929"/>
                    </a:ext>
                  </a:extLst>
                </a:gridCol>
                <a:gridCol w="831273">
                  <a:extLst>
                    <a:ext uri="{9D8B030D-6E8A-4147-A177-3AD203B41FA5}">
                      <a16:colId xmlns:a16="http://schemas.microsoft.com/office/drawing/2014/main" val="1244141336"/>
                    </a:ext>
                  </a:extLst>
                </a:gridCol>
                <a:gridCol w="831273">
                  <a:extLst>
                    <a:ext uri="{9D8B030D-6E8A-4147-A177-3AD203B41FA5}">
                      <a16:colId xmlns:a16="http://schemas.microsoft.com/office/drawing/2014/main" val="4066733336"/>
                    </a:ext>
                  </a:extLst>
                </a:gridCol>
                <a:gridCol w="831273">
                  <a:extLst>
                    <a:ext uri="{9D8B030D-6E8A-4147-A177-3AD203B41FA5}">
                      <a16:colId xmlns:a16="http://schemas.microsoft.com/office/drawing/2014/main" val="13741650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DRB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FG%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FT%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3P%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550992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FF6F2-4461-90A9-657C-5AE198B9D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AEB2D72-9207-AC2E-6765-00C89337DC98}"/>
              </a:ext>
            </a:extLst>
          </p:cNvPr>
          <p:cNvSpPr/>
          <p:nvPr/>
        </p:nvSpPr>
        <p:spPr>
          <a:xfrm>
            <a:off x="833337" y="1410866"/>
            <a:ext cx="7331412" cy="347890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1D867F-CC75-B58B-AF44-C91F1D4627AD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999ACE-4D6B-8EA6-81A9-F0A55E935C25}"/>
              </a:ext>
            </a:extLst>
          </p:cNvPr>
          <p:cNvSpPr txBox="1"/>
          <p:nvPr/>
        </p:nvSpPr>
        <p:spPr>
          <a:xfrm>
            <a:off x="594360" y="320040"/>
            <a:ext cx="6404830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 dirty="0">
                <a:solidFill>
                  <a:srgbClr val="1B1B2F"/>
                </a:solidFill>
                <a:latin typeface="Calibri"/>
              </a:rPr>
              <a:t>Outcome: Success Composite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224256-FF6D-0E99-7AAB-4E6B226BB8A3}"/>
              </a:ext>
            </a:extLst>
          </p:cNvPr>
          <p:cNvSpPr txBox="1"/>
          <p:nvPr/>
        </p:nvSpPr>
        <p:spPr>
          <a:xfrm>
            <a:off x="8412480" y="47777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  <a:latin typeface="Calibri"/>
              </a:rPr>
              <a:t>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A8D0E4D-59DC-B64A-A92D-2CDDD96D2EDF}"/>
              </a:ext>
            </a:extLst>
          </p:cNvPr>
          <p:cNvSpPr/>
          <p:nvPr/>
        </p:nvSpPr>
        <p:spPr>
          <a:xfrm>
            <a:off x="745787" y="1299695"/>
            <a:ext cx="7470843" cy="594360"/>
          </a:xfrm>
          <a:prstGeom prst="round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 descr="Bullseye with solid fill">
            <a:extLst>
              <a:ext uri="{FF2B5EF4-FFF2-40B4-BE49-F238E27FC236}">
                <a16:creationId xmlns:a16="http://schemas.microsoft.com/office/drawing/2014/main" id="{89FF1EDF-4842-4E17-68DB-E127C370B5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3336" y="1342417"/>
            <a:ext cx="519213" cy="5192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FEB89A7-8127-BAE0-54D5-A23AB692DF0B}"/>
              </a:ext>
            </a:extLst>
          </p:cNvPr>
          <p:cNvSpPr txBox="1"/>
          <p:nvPr/>
        </p:nvSpPr>
        <p:spPr>
          <a:xfrm>
            <a:off x="1400783" y="1355388"/>
            <a:ext cx="6673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Target: Composite Success Metric</a:t>
            </a:r>
          </a:p>
        </p:txBody>
      </p:sp>
      <p:pic>
        <p:nvPicPr>
          <p:cNvPr id="12" name="Graphic 11" descr="Calculator with solid fill">
            <a:extLst>
              <a:ext uri="{FF2B5EF4-FFF2-40B4-BE49-F238E27FC236}">
                <a16:creationId xmlns:a16="http://schemas.microsoft.com/office/drawing/2014/main" id="{D2DBDE49-EC66-BDC4-149A-7DF422521B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509" y="2005226"/>
            <a:ext cx="390079" cy="39007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A8A321D-44E9-E2CA-82BF-84BCBC7ADB03}"/>
              </a:ext>
            </a:extLst>
          </p:cNvPr>
          <p:cNvSpPr txBox="1"/>
          <p:nvPr/>
        </p:nvSpPr>
        <p:spPr>
          <a:xfrm>
            <a:off x="1547588" y="1969432"/>
            <a:ext cx="28923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A87"/>
                </a:solidFill>
              </a:rPr>
              <a:t>Formula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7FB861F-3028-E9BE-A629-C4FC787785FE}"/>
                  </a:ext>
                </a:extLst>
              </p:cNvPr>
              <p:cNvSpPr txBox="1"/>
              <p:nvPr/>
            </p:nvSpPr>
            <p:spPr>
              <a:xfrm>
                <a:off x="344598" y="2511698"/>
                <a:ext cx="83852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A87"/>
                          </a:solidFill>
                          <a:latin typeface="Cambria Math" panose="02040503050406030204" pitchFamily="18" charset="0"/>
                        </a:rPr>
                        <m:t>𝑺𝒖𝒄𝒄𝒆𝒔𝒔</m:t>
                      </m:r>
                      <m:r>
                        <a:rPr lang="en-US" b="1" i="1" smtClean="0">
                          <a:solidFill>
                            <a:srgbClr val="007A87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rgbClr val="007A87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007A87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007A87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US" b="1" i="1" smtClean="0">
                          <a:solidFill>
                            <a:srgbClr val="007A87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1" i="1" smtClean="0">
                          <a:solidFill>
                            <a:srgbClr val="007A87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rgbClr val="007A8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rgbClr val="007A87"/>
                              </a:solidFill>
                              <a:latin typeface="Cambria Math" panose="02040503050406030204" pitchFamily="18" charset="0"/>
                            </a:rPr>
                            <m:t>𝑭𝒂𝒏𝒕𝒂𝒔𝒚</m:t>
                          </m:r>
                          <m:r>
                            <a:rPr lang="en-US" b="1" i="1" smtClean="0">
                              <a:solidFill>
                                <a:srgbClr val="007A87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1" smtClean="0">
                              <a:solidFill>
                                <a:srgbClr val="007A87"/>
                              </a:solidFill>
                              <a:latin typeface="Cambria Math" panose="02040503050406030204" pitchFamily="18" charset="0"/>
                            </a:rPr>
                            <m:t>𝑷𝑷𝑮</m:t>
                          </m:r>
                        </m:e>
                      </m:d>
                      <m:r>
                        <a:rPr lang="en-US" b="1" i="1" smtClean="0">
                          <a:solidFill>
                            <a:srgbClr val="007A87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solidFill>
                            <a:srgbClr val="007A87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007A87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007A87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b="1" i="1" smtClean="0">
                          <a:solidFill>
                            <a:srgbClr val="007A87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1" i="1" smtClean="0">
                          <a:solidFill>
                            <a:srgbClr val="007A87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b="1" i="1" smtClean="0">
                          <a:solidFill>
                            <a:srgbClr val="007A87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solidFill>
                            <a:srgbClr val="007A87"/>
                          </a:solidFill>
                          <a:latin typeface="Cambria Math" panose="02040503050406030204" pitchFamily="18" charset="0"/>
                        </a:rPr>
                        <m:t>𝒍𝒐𝒈</m:t>
                      </m:r>
                      <m:r>
                        <a:rPr lang="en-US" b="1" i="1" smtClean="0">
                          <a:solidFill>
                            <a:srgbClr val="007A87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solidFill>
                            <a:srgbClr val="007A87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solidFill>
                            <a:srgbClr val="007A87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solidFill>
                            <a:srgbClr val="007A87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b="1" i="1" smtClean="0">
                          <a:solidFill>
                            <a:srgbClr val="007A87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007A87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7FB861F-3028-E9BE-A629-C4FC787785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598" y="2511698"/>
                <a:ext cx="8385243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7A5AFF1-252C-0150-9463-01A84647483E}"/>
                  </a:ext>
                </a:extLst>
              </p:cNvPr>
              <p:cNvSpPr txBox="1"/>
              <p:nvPr/>
            </p:nvSpPr>
            <p:spPr>
              <a:xfrm>
                <a:off x="1400783" y="3953780"/>
                <a:ext cx="3574591" cy="9440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A87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b="1" i="1" smtClean="0">
                          <a:solidFill>
                            <a:srgbClr val="007A87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 smtClean="0">
                              <a:solidFill>
                                <a:srgbClr val="007A8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rgbClr val="007A87"/>
                              </a:solidFill>
                              <a:latin typeface="Cambria Math" panose="02040503050406030204" pitchFamily="18" charset="0"/>
                            </a:rPr>
                            <m:t>𝒈𝒂𝒎𝒆𝒔</m:t>
                          </m:r>
                          <m:r>
                            <a:rPr lang="en-US" b="1" i="1" smtClean="0">
                              <a:solidFill>
                                <a:srgbClr val="007A87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1" smtClean="0">
                              <a:solidFill>
                                <a:srgbClr val="007A87"/>
                              </a:solidFill>
                              <a:latin typeface="Cambria Math" panose="02040503050406030204" pitchFamily="18" charset="0"/>
                            </a:rPr>
                            <m:t>𝒑𝒍𝒂𝒚𝒆𝒅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rgbClr val="007A87"/>
                              </a:solidFill>
                              <a:latin typeface="Cambria Math" panose="02040503050406030204" pitchFamily="18" charset="0"/>
                            </a:rPr>
                            <m:t>𝒆𝒍𝒍𝒊𝒈𝒊𝒃𝒍𝒆</m:t>
                          </m:r>
                          <m:r>
                            <a:rPr lang="en-US" b="1" i="1" smtClean="0">
                              <a:solidFill>
                                <a:srgbClr val="007A87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1" smtClean="0">
                              <a:solidFill>
                                <a:srgbClr val="007A87"/>
                              </a:solidFill>
                              <a:latin typeface="Cambria Math" panose="02040503050406030204" pitchFamily="18" charset="0"/>
                            </a:rPr>
                            <m:t>𝒔𝒆𝒂𝒔𝒐𝒏𝒔</m:t>
                          </m:r>
                          <m:r>
                            <a:rPr lang="en-US" b="1" i="1" smtClean="0">
                              <a:solidFill>
                                <a:srgbClr val="007A87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b="1" i="1" smtClean="0">
                              <a:solidFill>
                                <a:srgbClr val="007A87"/>
                              </a:solidFill>
                              <a:latin typeface="Cambria Math" panose="02040503050406030204" pitchFamily="18" charset="0"/>
                            </a:rPr>
                            <m:t>𝟖𝟐</m:t>
                          </m:r>
                        </m:den>
                      </m:f>
                    </m:oMath>
                  </m:oMathPara>
                </a14:m>
                <a:endParaRPr lang="en-US" b="1" dirty="0">
                  <a:solidFill>
                    <a:srgbClr val="007A87"/>
                  </a:solidFill>
                </a:endParaRPr>
              </a:p>
              <a:p>
                <a:endParaRPr lang="en-US" b="1" dirty="0">
                  <a:solidFill>
                    <a:srgbClr val="007A87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7A5AFF1-252C-0150-9463-01A846474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0783" y="3953780"/>
                <a:ext cx="3574591" cy="9440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086019F-C5CB-6ED6-1C60-5623A1931AC8}"/>
              </a:ext>
            </a:extLst>
          </p:cNvPr>
          <p:cNvSpPr/>
          <p:nvPr/>
        </p:nvSpPr>
        <p:spPr>
          <a:xfrm>
            <a:off x="1644863" y="2511698"/>
            <a:ext cx="5897314" cy="369332"/>
          </a:xfrm>
          <a:prstGeom prst="roundRect">
            <a:avLst/>
          </a:prstGeom>
          <a:noFill/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50FE89B-6903-F937-33DF-52A7D2CE440B}"/>
              </a:ext>
            </a:extLst>
          </p:cNvPr>
          <p:cNvSpPr/>
          <p:nvPr/>
        </p:nvSpPr>
        <p:spPr>
          <a:xfrm>
            <a:off x="1670803" y="3953780"/>
            <a:ext cx="3056840" cy="670099"/>
          </a:xfrm>
          <a:prstGeom prst="roundRect">
            <a:avLst/>
          </a:prstGeom>
          <a:noFill/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83DC4AE-B62A-0C5A-8FC1-6C9DA534B9A2}"/>
                  </a:ext>
                </a:extLst>
              </p:cNvPr>
              <p:cNvSpPr txBox="1"/>
              <p:nvPr/>
            </p:nvSpPr>
            <p:spPr>
              <a:xfrm>
                <a:off x="1531377" y="3090219"/>
                <a:ext cx="15466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A87"/>
                          </a:solidFill>
                          <a:latin typeface="Cambria Math" panose="02040503050406030204" pitchFamily="18" charset="0"/>
                        </a:rPr>
                        <m:t>𝑭𝒂𝒏𝒕𝒂𝒔𝒚</m:t>
                      </m:r>
                      <m:r>
                        <a:rPr lang="en-US" b="1" i="1" smtClean="0">
                          <a:solidFill>
                            <a:srgbClr val="007A87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b="1" dirty="0">
                  <a:solidFill>
                    <a:srgbClr val="007A87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83DC4AE-B62A-0C5A-8FC1-6C9DA534B9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1377" y="3090219"/>
                <a:ext cx="1546699" cy="369332"/>
              </a:xfrm>
              <a:prstGeom prst="rect">
                <a:avLst/>
              </a:prstGeom>
              <a:blipFill>
                <a:blip r:embed="rId6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A3E9D1B-5C7A-9A44-56C8-16B4277A351C}"/>
              </a:ext>
            </a:extLst>
          </p:cNvPr>
          <p:cNvSpPr/>
          <p:nvPr/>
        </p:nvSpPr>
        <p:spPr>
          <a:xfrm>
            <a:off x="1648108" y="3066174"/>
            <a:ext cx="5897314" cy="701882"/>
          </a:xfrm>
          <a:prstGeom prst="roundRect">
            <a:avLst/>
          </a:prstGeom>
          <a:noFill/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4B542D6-2185-E262-06FE-31AD10C24707}"/>
                  </a:ext>
                </a:extLst>
              </p:cNvPr>
              <p:cNvSpPr txBox="1"/>
              <p:nvPr/>
            </p:nvSpPr>
            <p:spPr>
              <a:xfrm>
                <a:off x="2708864" y="3128073"/>
                <a:ext cx="4836558" cy="639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A87"/>
                          </a:solidFill>
                          <a:latin typeface="Cambria Math" panose="02040503050406030204" pitchFamily="18" charset="0"/>
                        </a:rPr>
                        <m:t>𝑷𝑻𝑺</m:t>
                      </m:r>
                      <m:r>
                        <a:rPr lang="en-US" b="1" i="1" smtClean="0">
                          <a:solidFill>
                            <a:srgbClr val="007A87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solidFill>
                            <a:srgbClr val="007A87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b="1" i="1" smtClean="0">
                          <a:solidFill>
                            <a:srgbClr val="007A87"/>
                          </a:solidFill>
                          <a:latin typeface="Cambria Math" panose="02040503050406030204" pitchFamily="18" charset="0"/>
                        </a:rPr>
                        <m:t>𝑷𝑴</m:t>
                      </m:r>
                      <m:r>
                        <a:rPr lang="en-US" b="1" i="1" smtClean="0">
                          <a:solidFill>
                            <a:srgbClr val="007A87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solidFill>
                            <a:srgbClr val="007A87"/>
                          </a:solidFill>
                          <a:latin typeface="Cambria Math" panose="02040503050406030204" pitchFamily="18" charset="0"/>
                        </a:rPr>
                        <m:t>𝑭𝑮𝑨</m:t>
                      </m:r>
                      <m:r>
                        <a:rPr lang="en-US" b="1" i="1" smtClean="0">
                          <a:solidFill>
                            <a:srgbClr val="007A87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solidFill>
                            <a:srgbClr val="007A87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 smtClean="0">
                          <a:solidFill>
                            <a:srgbClr val="007A87"/>
                          </a:solidFill>
                          <a:latin typeface="Cambria Math" panose="02040503050406030204" pitchFamily="18" charset="0"/>
                        </a:rPr>
                        <m:t>𝑭𝑮𝑴</m:t>
                      </m:r>
                      <m:r>
                        <a:rPr lang="en-US" b="1" i="1" smtClean="0">
                          <a:solidFill>
                            <a:srgbClr val="007A87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solidFill>
                            <a:srgbClr val="007A87"/>
                          </a:solidFill>
                          <a:latin typeface="Cambria Math" panose="02040503050406030204" pitchFamily="18" charset="0"/>
                        </a:rPr>
                        <m:t>𝑭𝑻𝑨</m:t>
                      </m:r>
                      <m:r>
                        <a:rPr lang="en-US" b="1" i="1" smtClean="0">
                          <a:solidFill>
                            <a:srgbClr val="007A87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solidFill>
                            <a:srgbClr val="007A87"/>
                          </a:solidFill>
                          <a:latin typeface="Cambria Math" panose="02040503050406030204" pitchFamily="18" charset="0"/>
                        </a:rPr>
                        <m:t>𝑭𝑻𝑴</m:t>
                      </m:r>
                      <m:r>
                        <a:rPr lang="en-US" b="1" i="1" smtClean="0">
                          <a:solidFill>
                            <a:srgbClr val="007A87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solidFill>
                            <a:srgbClr val="007A87"/>
                          </a:solidFill>
                          <a:latin typeface="Cambria Math" panose="02040503050406030204" pitchFamily="18" charset="0"/>
                        </a:rPr>
                        <m:t>𝑹𝑬𝑩</m:t>
                      </m:r>
                      <m:r>
                        <a:rPr lang="en-US" b="1" i="1" smtClean="0">
                          <a:solidFill>
                            <a:srgbClr val="007A87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solidFill>
                            <a:srgbClr val="007A87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 smtClean="0">
                          <a:solidFill>
                            <a:srgbClr val="007A87"/>
                          </a:solidFill>
                          <a:latin typeface="Cambria Math" panose="02040503050406030204" pitchFamily="18" charset="0"/>
                        </a:rPr>
                        <m:t>𝑨𝑺𝑻</m:t>
                      </m:r>
                      <m:r>
                        <a:rPr lang="en-US" b="1" i="1" smtClean="0">
                          <a:solidFill>
                            <a:srgbClr val="007A87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solidFill>
                            <a:srgbClr val="007A87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b="1" i="1" smtClean="0">
                          <a:solidFill>
                            <a:srgbClr val="007A87"/>
                          </a:solidFill>
                          <a:latin typeface="Cambria Math" panose="02040503050406030204" pitchFamily="18" charset="0"/>
                        </a:rPr>
                        <m:t>𝑺𝑻𝑳</m:t>
                      </m:r>
                      <m:r>
                        <a:rPr lang="en-US" b="1" i="1" smtClean="0">
                          <a:solidFill>
                            <a:srgbClr val="007A87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solidFill>
                            <a:srgbClr val="007A87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b="1" i="1" smtClean="0">
                          <a:solidFill>
                            <a:srgbClr val="007A87"/>
                          </a:solidFill>
                          <a:latin typeface="Cambria Math" panose="02040503050406030204" pitchFamily="18" charset="0"/>
                        </a:rPr>
                        <m:t>𝑩𝑳𝑲</m:t>
                      </m:r>
                      <m:r>
                        <a:rPr lang="en-US" b="1" i="1" smtClean="0">
                          <a:solidFill>
                            <a:srgbClr val="007A87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solidFill>
                            <a:srgbClr val="007A87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 smtClean="0">
                          <a:solidFill>
                            <a:srgbClr val="007A87"/>
                          </a:solidFill>
                          <a:latin typeface="Cambria Math" panose="02040503050406030204" pitchFamily="18" charset="0"/>
                        </a:rPr>
                        <m:t>𝑻𝑶𝑽</m:t>
                      </m:r>
                    </m:oMath>
                  </m:oMathPara>
                </a14:m>
                <a:endParaRPr lang="en-US" b="1" dirty="0">
                  <a:solidFill>
                    <a:srgbClr val="007A87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4B542D6-2185-E262-06FE-31AD10C247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8864" y="3128073"/>
                <a:ext cx="4836558" cy="63998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8350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87E2E-342E-9997-B50E-A97467400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7F3E266-5413-7C11-F2D7-5319AB2D248F}"/>
              </a:ext>
            </a:extLst>
          </p:cNvPr>
          <p:cNvSpPr/>
          <p:nvPr/>
        </p:nvSpPr>
        <p:spPr>
          <a:xfrm>
            <a:off x="833337" y="1410866"/>
            <a:ext cx="7331412" cy="347890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974AD8-ABE0-55D2-55B5-EC7B5214255E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2FCA1A-F9DC-08BF-B4A7-4AE9056DE9D9}"/>
              </a:ext>
            </a:extLst>
          </p:cNvPr>
          <p:cNvSpPr txBox="1"/>
          <p:nvPr/>
        </p:nvSpPr>
        <p:spPr>
          <a:xfrm>
            <a:off x="594360" y="320040"/>
            <a:ext cx="3233449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rgbClr val="1B1B2F"/>
                </a:solidFill>
                <a:latin typeface="Calibri"/>
              </a:rPr>
              <a:t>Data &amp; Cohort</a:t>
            </a:r>
            <a:endParaRPr sz="4000" b="1" dirty="0">
              <a:solidFill>
                <a:srgbClr val="1B1B2F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652E30-2321-9624-80F5-EA6662C0E082}"/>
              </a:ext>
            </a:extLst>
          </p:cNvPr>
          <p:cNvSpPr txBox="1"/>
          <p:nvPr/>
        </p:nvSpPr>
        <p:spPr>
          <a:xfrm>
            <a:off x="8710730" y="4777740"/>
            <a:ext cx="25039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dirty="0">
                <a:solidFill>
                  <a:srgbClr val="555555"/>
                </a:solidFill>
                <a:latin typeface="Calibri"/>
              </a:rPr>
              <a:t>4</a:t>
            </a:r>
            <a:endParaRPr sz="1000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45AE251-B5A8-93D6-4582-3DF3C84D1768}"/>
              </a:ext>
            </a:extLst>
          </p:cNvPr>
          <p:cNvSpPr/>
          <p:nvPr/>
        </p:nvSpPr>
        <p:spPr>
          <a:xfrm>
            <a:off x="745787" y="1299695"/>
            <a:ext cx="7470843" cy="594360"/>
          </a:xfrm>
          <a:prstGeom prst="round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31F39E-97E8-79D8-CFEA-F133A5E1F7B8}"/>
              </a:ext>
            </a:extLst>
          </p:cNvPr>
          <p:cNvSpPr txBox="1"/>
          <p:nvPr/>
        </p:nvSpPr>
        <p:spPr>
          <a:xfrm>
            <a:off x="1361873" y="1355388"/>
            <a:ext cx="6673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Source: Basketball Reference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998182D-BDD3-75AA-FC3D-DA255E37E109}"/>
              </a:ext>
            </a:extLst>
          </p:cNvPr>
          <p:cNvSpPr/>
          <p:nvPr/>
        </p:nvSpPr>
        <p:spPr>
          <a:xfrm>
            <a:off x="888460" y="1399994"/>
            <a:ext cx="411722" cy="41172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pic>
        <p:nvPicPr>
          <p:cNvPr id="1026" name="Picture 2" descr="Basketball Reference - Apps on Google Play">
            <a:extLst>
              <a:ext uri="{FF2B5EF4-FFF2-40B4-BE49-F238E27FC236}">
                <a16:creationId xmlns:a16="http://schemas.microsoft.com/office/drawing/2014/main" id="{C6FD1AF0-7D90-B0F6-628B-A27D70E705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382" y="1428308"/>
            <a:ext cx="368072" cy="36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C963FC-2DC2-ECBB-6531-2A32FD3B3FA9}"/>
              </a:ext>
            </a:extLst>
          </p:cNvPr>
          <p:cNvSpPr txBox="1"/>
          <p:nvPr/>
        </p:nvSpPr>
        <p:spPr>
          <a:xfrm>
            <a:off x="1478603" y="2459122"/>
            <a:ext cx="6725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7A87"/>
                </a:solidFill>
              </a:rPr>
              <a:t>College (totals, per 100, advanced) &amp; NBA (totals) player data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4B2C49-8FB2-35D9-423F-CD16B635141F}"/>
              </a:ext>
            </a:extLst>
          </p:cNvPr>
          <p:cNvSpPr txBox="1"/>
          <p:nvPr/>
        </p:nvSpPr>
        <p:spPr>
          <a:xfrm>
            <a:off x="1475362" y="1992474"/>
            <a:ext cx="3326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A87"/>
                </a:solidFill>
              </a:rPr>
              <a:t>Data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D69053-7AE0-82F8-D2F7-A095F4D76362}"/>
              </a:ext>
            </a:extLst>
          </p:cNvPr>
          <p:cNvSpPr txBox="1"/>
          <p:nvPr/>
        </p:nvSpPr>
        <p:spPr>
          <a:xfrm>
            <a:off x="1565805" y="2959557"/>
            <a:ext cx="3326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A87"/>
                </a:solidFill>
              </a:rPr>
              <a:t>Cohort</a:t>
            </a:r>
          </a:p>
        </p:txBody>
      </p:sp>
      <p:pic>
        <p:nvPicPr>
          <p:cNvPr id="23" name="Graphic 22" descr="Bar chart with solid fill">
            <a:extLst>
              <a:ext uri="{FF2B5EF4-FFF2-40B4-BE49-F238E27FC236}">
                <a16:creationId xmlns:a16="http://schemas.microsoft.com/office/drawing/2014/main" id="{9EC969C2-8708-1265-5ACB-1B8B79D562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671" y="2050491"/>
            <a:ext cx="373843" cy="373843"/>
          </a:xfrm>
          <a:prstGeom prst="rect">
            <a:avLst/>
          </a:prstGeom>
        </p:spPr>
      </p:pic>
      <p:pic>
        <p:nvPicPr>
          <p:cNvPr id="25" name="Graphic 24" descr="Users with solid fill">
            <a:extLst>
              <a:ext uri="{FF2B5EF4-FFF2-40B4-BE49-F238E27FC236}">
                <a16:creationId xmlns:a16="http://schemas.microsoft.com/office/drawing/2014/main" id="{BC23FF3B-05E9-41F5-02B5-5F3B2FD735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1962" y="3003469"/>
            <a:ext cx="373843" cy="37384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BA8A68A-3A37-01F4-1670-86C4C248FA77}"/>
              </a:ext>
            </a:extLst>
          </p:cNvPr>
          <p:cNvSpPr txBox="1"/>
          <p:nvPr/>
        </p:nvSpPr>
        <p:spPr>
          <a:xfrm>
            <a:off x="1481848" y="3415679"/>
            <a:ext cx="6725056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7A87"/>
                </a:solidFill>
              </a:rPr>
              <a:t>Player entered the NBA between 2011-2022 (12-year window)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7A87"/>
                </a:solidFill>
              </a:rPr>
              <a:t>Player attended college (excludes international prospects)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7A87"/>
                </a:solidFill>
              </a:rPr>
              <a:t>Minimum of 2 NBA seasons with GP ≥ 10 and MP ≥ 100</a:t>
            </a:r>
          </a:p>
        </p:txBody>
      </p:sp>
    </p:spTree>
    <p:extLst>
      <p:ext uri="{BB962C8B-B14F-4D97-AF65-F5344CB8AC3E}">
        <p14:creationId xmlns:p14="http://schemas.microsoft.com/office/powerpoint/2010/main" val="4266861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29372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 dirty="0">
                <a:solidFill>
                  <a:srgbClr val="1B1B2F"/>
                </a:solidFill>
                <a:latin typeface="Calibri"/>
              </a:rPr>
              <a:t>EDA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47777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  <a:latin typeface="Calibri"/>
              </a:rPr>
              <a:t>5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A5EE1B2-3703-B15A-9F66-974000C84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781" y="2038891"/>
            <a:ext cx="6188291" cy="3094146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6179318-450C-9225-D86F-53A136CAF222}"/>
              </a:ext>
            </a:extLst>
          </p:cNvPr>
          <p:cNvSpPr/>
          <p:nvPr/>
        </p:nvSpPr>
        <p:spPr>
          <a:xfrm>
            <a:off x="664889" y="1289697"/>
            <a:ext cx="5560536" cy="594625"/>
          </a:xfrm>
          <a:prstGeom prst="roundRect">
            <a:avLst/>
          </a:prstGeom>
          <a:solidFill>
            <a:schemeClr val="bg1"/>
          </a:solidFill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A87"/>
                </a:solidFill>
              </a:rPr>
              <a:t>Success composite is centered near 0, right-skewed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88DD1E0-8AF1-8DE8-0837-3E19D653105D}"/>
              </a:ext>
            </a:extLst>
          </p:cNvPr>
          <p:cNvGrpSpPr/>
          <p:nvPr/>
        </p:nvGrpSpPr>
        <p:grpSpPr>
          <a:xfrm>
            <a:off x="7574559" y="1382848"/>
            <a:ext cx="640080" cy="594625"/>
            <a:chOff x="7785278" y="2807376"/>
            <a:chExt cx="640080" cy="594625"/>
          </a:xfrm>
        </p:grpSpPr>
        <p:sp>
          <p:nvSpPr>
            <p:cNvPr id="13" name="Flowchart: Connector 12">
              <a:extLst>
                <a:ext uri="{FF2B5EF4-FFF2-40B4-BE49-F238E27FC236}">
                  <a16:creationId xmlns:a16="http://schemas.microsoft.com/office/drawing/2014/main" id="{9A153C3E-197C-558B-5667-9A43BA956143}"/>
                </a:ext>
              </a:extLst>
            </p:cNvPr>
            <p:cNvSpPr/>
            <p:nvPr/>
          </p:nvSpPr>
          <p:spPr>
            <a:xfrm>
              <a:off x="7785278" y="2807376"/>
              <a:ext cx="640080" cy="594625"/>
            </a:xfrm>
            <a:prstGeom prst="flowChartConnector">
              <a:avLst/>
            </a:prstGeom>
            <a:solidFill>
              <a:srgbClr val="4682B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E2AE2492-B6F2-873A-70A1-4BC8A1DDAC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40846" y="2848934"/>
              <a:ext cx="558845" cy="4082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7EE23D1-4F13-8E0F-556D-76A20BC74B52}"/>
              </a:ext>
            </a:extLst>
          </p:cNvPr>
          <p:cNvGrpSpPr/>
          <p:nvPr/>
        </p:nvGrpSpPr>
        <p:grpSpPr>
          <a:xfrm>
            <a:off x="7613027" y="2059709"/>
            <a:ext cx="644377" cy="594625"/>
            <a:chOff x="7796012" y="3474926"/>
            <a:chExt cx="644377" cy="594625"/>
          </a:xfrm>
        </p:grpSpPr>
        <p:sp>
          <p:nvSpPr>
            <p:cNvPr id="14" name="Flowchart: Connector 13">
              <a:extLst>
                <a:ext uri="{FF2B5EF4-FFF2-40B4-BE49-F238E27FC236}">
                  <a16:creationId xmlns:a16="http://schemas.microsoft.com/office/drawing/2014/main" id="{CE7ECE9C-F3EE-F6C2-54AD-612153562969}"/>
                </a:ext>
              </a:extLst>
            </p:cNvPr>
            <p:cNvSpPr/>
            <p:nvPr/>
          </p:nvSpPr>
          <p:spPr>
            <a:xfrm>
              <a:off x="7796012" y="3474926"/>
              <a:ext cx="640080" cy="594625"/>
            </a:xfrm>
            <a:prstGeom prst="flowChartConnector">
              <a:avLst/>
            </a:prstGeom>
            <a:solidFill>
              <a:srgbClr val="4682B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32" name="Picture 8">
              <a:extLst>
                <a:ext uri="{FF2B5EF4-FFF2-40B4-BE49-F238E27FC236}">
                  <a16:creationId xmlns:a16="http://schemas.microsoft.com/office/drawing/2014/main" id="{1DE4F8B1-4897-85DE-E077-D5D9951277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12016" y="3494247"/>
              <a:ext cx="628373" cy="4562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0833F31-57FD-9372-1282-742BCC41E300}"/>
              </a:ext>
            </a:extLst>
          </p:cNvPr>
          <p:cNvGrpSpPr/>
          <p:nvPr/>
        </p:nvGrpSpPr>
        <p:grpSpPr>
          <a:xfrm>
            <a:off x="7613027" y="2753947"/>
            <a:ext cx="640080" cy="594625"/>
            <a:chOff x="7613027" y="2601547"/>
            <a:chExt cx="640080" cy="594625"/>
          </a:xfrm>
        </p:grpSpPr>
        <p:sp>
          <p:nvSpPr>
            <p:cNvPr id="15" name="Flowchart: Connector 14">
              <a:extLst>
                <a:ext uri="{FF2B5EF4-FFF2-40B4-BE49-F238E27FC236}">
                  <a16:creationId xmlns:a16="http://schemas.microsoft.com/office/drawing/2014/main" id="{ABAEF1B6-6727-F789-E25B-A63307BE53DB}"/>
                </a:ext>
              </a:extLst>
            </p:cNvPr>
            <p:cNvSpPr/>
            <p:nvPr/>
          </p:nvSpPr>
          <p:spPr>
            <a:xfrm>
              <a:off x="7613027" y="2601547"/>
              <a:ext cx="640080" cy="594625"/>
            </a:xfrm>
            <a:prstGeom prst="flowChartConnector">
              <a:avLst/>
            </a:prstGeom>
            <a:solidFill>
              <a:srgbClr val="4682B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34" name="Picture 10">
              <a:extLst>
                <a:ext uri="{FF2B5EF4-FFF2-40B4-BE49-F238E27FC236}">
                  <a16:creationId xmlns:a16="http://schemas.microsoft.com/office/drawing/2014/main" id="{7FE7B796-F5DB-B521-E451-1C3D680145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51661" y="2654481"/>
              <a:ext cx="575945" cy="4181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4D81356-47E2-B174-D796-4D7B16DDA631}"/>
              </a:ext>
            </a:extLst>
          </p:cNvPr>
          <p:cNvGrpSpPr/>
          <p:nvPr/>
        </p:nvGrpSpPr>
        <p:grpSpPr>
          <a:xfrm>
            <a:off x="7623177" y="4155962"/>
            <a:ext cx="640080" cy="594625"/>
            <a:chOff x="7623177" y="3355862"/>
            <a:chExt cx="640080" cy="594625"/>
          </a:xfrm>
        </p:grpSpPr>
        <p:sp>
          <p:nvSpPr>
            <p:cNvPr id="18" name="Flowchart: Connector 17">
              <a:extLst>
                <a:ext uri="{FF2B5EF4-FFF2-40B4-BE49-F238E27FC236}">
                  <a16:creationId xmlns:a16="http://schemas.microsoft.com/office/drawing/2014/main" id="{F84D14E6-C63A-7AE3-24A7-BCE7EFDA8021}"/>
                </a:ext>
              </a:extLst>
            </p:cNvPr>
            <p:cNvSpPr/>
            <p:nvPr/>
          </p:nvSpPr>
          <p:spPr>
            <a:xfrm>
              <a:off x="7623177" y="3355862"/>
              <a:ext cx="640080" cy="594625"/>
            </a:xfrm>
            <a:prstGeom prst="flowChartConnector">
              <a:avLst/>
            </a:prstGeom>
            <a:solidFill>
              <a:srgbClr val="4682B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36" name="Picture 12">
              <a:extLst>
                <a:ext uri="{FF2B5EF4-FFF2-40B4-BE49-F238E27FC236}">
                  <a16:creationId xmlns:a16="http://schemas.microsoft.com/office/drawing/2014/main" id="{BC5BB5B7-2F49-93BC-3FB3-8E9F132208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01668" y="3429677"/>
              <a:ext cx="532378" cy="3889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6F0C4B5-692D-0239-6FE9-BB2585A121AB}"/>
              </a:ext>
            </a:extLst>
          </p:cNvPr>
          <p:cNvGrpSpPr/>
          <p:nvPr/>
        </p:nvGrpSpPr>
        <p:grpSpPr>
          <a:xfrm>
            <a:off x="7618180" y="3435467"/>
            <a:ext cx="647508" cy="594625"/>
            <a:chOff x="7618180" y="4108567"/>
            <a:chExt cx="647508" cy="594625"/>
          </a:xfrm>
        </p:grpSpPr>
        <p:sp>
          <p:nvSpPr>
            <p:cNvPr id="19" name="Flowchart: Connector 18">
              <a:extLst>
                <a:ext uri="{FF2B5EF4-FFF2-40B4-BE49-F238E27FC236}">
                  <a16:creationId xmlns:a16="http://schemas.microsoft.com/office/drawing/2014/main" id="{0F172C2C-E11D-925D-D44C-634E4DFCC4E3}"/>
                </a:ext>
              </a:extLst>
            </p:cNvPr>
            <p:cNvSpPr/>
            <p:nvPr/>
          </p:nvSpPr>
          <p:spPr>
            <a:xfrm>
              <a:off x="7625608" y="4108567"/>
              <a:ext cx="640080" cy="594625"/>
            </a:xfrm>
            <a:prstGeom prst="flowChartConnector">
              <a:avLst/>
            </a:prstGeom>
            <a:solidFill>
              <a:srgbClr val="4682B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38" name="Picture 14">
              <a:extLst>
                <a:ext uri="{FF2B5EF4-FFF2-40B4-BE49-F238E27FC236}">
                  <a16:creationId xmlns:a16="http://schemas.microsoft.com/office/drawing/2014/main" id="{CA3D16D2-91D5-CE20-C81B-8AA3E0C0F8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18180" y="4115006"/>
              <a:ext cx="642906" cy="4646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3E4E0B5D-FD8D-D0EB-C0DA-5DACEEB28D54}"/>
              </a:ext>
            </a:extLst>
          </p:cNvPr>
          <p:cNvSpPr/>
          <p:nvPr/>
        </p:nvSpPr>
        <p:spPr>
          <a:xfrm>
            <a:off x="5657583" y="4392224"/>
            <a:ext cx="444500" cy="300871"/>
          </a:xfrm>
          <a:prstGeom prst="rect">
            <a:avLst/>
          </a:prstGeom>
          <a:noFill/>
          <a:ln w="28575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EACA85E-752E-49BC-BB8A-3310A04A445A}"/>
              </a:ext>
            </a:extLst>
          </p:cNvPr>
          <p:cNvCxnSpPr>
            <a:cxnSpLocks/>
          </p:cNvCxnSpPr>
          <p:nvPr/>
        </p:nvCxnSpPr>
        <p:spPr>
          <a:xfrm flipV="1">
            <a:off x="6000750" y="1733550"/>
            <a:ext cx="1488935" cy="2658674"/>
          </a:xfrm>
          <a:prstGeom prst="line">
            <a:avLst/>
          </a:prstGeom>
          <a:ln>
            <a:solidFill>
              <a:srgbClr val="007A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A2AF444-6A5D-E7AE-F2C7-A35558E9ACB7}"/>
              </a:ext>
            </a:extLst>
          </p:cNvPr>
          <p:cNvCxnSpPr>
            <a:cxnSpLocks/>
          </p:cNvCxnSpPr>
          <p:nvPr/>
        </p:nvCxnSpPr>
        <p:spPr>
          <a:xfrm>
            <a:off x="6102083" y="4655822"/>
            <a:ext cx="1429521" cy="0"/>
          </a:xfrm>
          <a:prstGeom prst="line">
            <a:avLst/>
          </a:prstGeom>
          <a:ln>
            <a:solidFill>
              <a:srgbClr val="007A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14FAF-158E-BA1E-AF68-A343B1549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0DCA736-B6A2-5A51-54BD-E802CEC58D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5298" r="5298"/>
          <a:stretch>
            <a:fillRect/>
          </a:stretch>
        </p:blipFill>
        <p:spPr>
          <a:xfrm>
            <a:off x="4261178" y="1211271"/>
            <a:ext cx="4793921" cy="342422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51E8910-D6D7-0C3C-7B09-1827C129624B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F0B902-F04D-160C-5049-C1030F615AC9}"/>
              </a:ext>
            </a:extLst>
          </p:cNvPr>
          <p:cNvSpPr txBox="1"/>
          <p:nvPr/>
        </p:nvSpPr>
        <p:spPr>
          <a:xfrm>
            <a:off x="594360" y="320040"/>
            <a:ext cx="329372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 dirty="0">
                <a:solidFill>
                  <a:srgbClr val="1B1B2F"/>
                </a:solidFill>
                <a:latin typeface="Calibri"/>
              </a:rPr>
              <a:t>EDA Highlights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5202DF-B5D5-CED5-8594-71A8893E2056}"/>
              </a:ext>
            </a:extLst>
          </p:cNvPr>
          <p:cNvSpPr txBox="1"/>
          <p:nvPr/>
        </p:nvSpPr>
        <p:spPr>
          <a:xfrm>
            <a:off x="8710730" y="4777740"/>
            <a:ext cx="25039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dirty="0">
                <a:solidFill>
                  <a:srgbClr val="555555"/>
                </a:solidFill>
                <a:latin typeface="Calibri"/>
              </a:rPr>
              <a:t>6</a:t>
            </a:r>
            <a:endParaRPr sz="1000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518CA6-1830-987F-3F84-8E32FA3DA8A5}"/>
              </a:ext>
            </a:extLst>
          </p:cNvPr>
          <p:cNvSpPr/>
          <p:nvPr/>
        </p:nvSpPr>
        <p:spPr>
          <a:xfrm>
            <a:off x="5937250" y="1949450"/>
            <a:ext cx="2487930" cy="2038350"/>
          </a:xfrm>
          <a:prstGeom prst="rect">
            <a:avLst/>
          </a:prstGeom>
          <a:noFill/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DA4BD4-1DCF-86CF-02F7-303BA74FBD19}"/>
              </a:ext>
            </a:extLst>
          </p:cNvPr>
          <p:cNvSpPr/>
          <p:nvPr/>
        </p:nvSpPr>
        <p:spPr>
          <a:xfrm>
            <a:off x="269628" y="1885950"/>
            <a:ext cx="3943186" cy="685800"/>
          </a:xfrm>
          <a:prstGeom prst="rect">
            <a:avLst/>
          </a:prstGeom>
          <a:noFill/>
          <a:ln w="1905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College BPM &amp; PER have highest correlation with success composite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DFE6D2-3622-DED8-E5C0-7B210A11DD43}"/>
              </a:ext>
            </a:extLst>
          </p:cNvPr>
          <p:cNvSpPr/>
          <p:nvPr/>
        </p:nvSpPr>
        <p:spPr>
          <a:xfrm>
            <a:off x="269628" y="3143250"/>
            <a:ext cx="3943186" cy="685800"/>
          </a:xfrm>
          <a:prstGeom prst="rect">
            <a:avLst/>
          </a:prstGeom>
          <a:noFill/>
          <a:ln w="1905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Strong collinearity across some of the advanced college statistics</a:t>
            </a:r>
          </a:p>
        </p:txBody>
      </p:sp>
    </p:spTree>
    <p:extLst>
      <p:ext uri="{BB962C8B-B14F-4D97-AF65-F5344CB8AC3E}">
        <p14:creationId xmlns:p14="http://schemas.microsoft.com/office/powerpoint/2010/main" val="593151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8DDDE-B073-008D-56EF-DFBC03518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00B54DF-056A-99AF-0323-703D7208F5D6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C403E8-8BC0-D720-CD13-A1B9CC17D962}"/>
              </a:ext>
            </a:extLst>
          </p:cNvPr>
          <p:cNvSpPr txBox="1"/>
          <p:nvPr/>
        </p:nvSpPr>
        <p:spPr>
          <a:xfrm>
            <a:off x="594360" y="320040"/>
            <a:ext cx="467756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 dirty="0">
                <a:solidFill>
                  <a:srgbClr val="1B1B2F"/>
                </a:solidFill>
                <a:latin typeface="Calibri"/>
              </a:rPr>
              <a:t>Supervised Modeling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0447C6-FC52-988B-AFE2-3AB6FAC2A2A3}"/>
              </a:ext>
            </a:extLst>
          </p:cNvPr>
          <p:cNvSpPr txBox="1"/>
          <p:nvPr/>
        </p:nvSpPr>
        <p:spPr>
          <a:xfrm>
            <a:off x="8710730" y="4777740"/>
            <a:ext cx="25039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dirty="0">
                <a:solidFill>
                  <a:srgbClr val="555555"/>
                </a:solidFill>
                <a:latin typeface="Calibri"/>
              </a:rPr>
              <a:t>7</a:t>
            </a:r>
            <a:endParaRPr sz="1000" dirty="0">
              <a:solidFill>
                <a:srgbClr val="555555"/>
              </a:solidFill>
              <a:latin typeface="Calibri"/>
            </a:endParaRPr>
          </a:p>
        </p:txBody>
      </p:sp>
      <p:graphicFrame>
        <p:nvGraphicFramePr>
          <p:cNvPr id="9" name="TextBox 5">
            <a:extLst>
              <a:ext uri="{FF2B5EF4-FFF2-40B4-BE49-F238E27FC236}">
                <a16:creationId xmlns:a16="http://schemas.microsoft.com/office/drawing/2014/main" id="{A3A63FE0-6393-84E2-FD79-84B8FD4EDB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2398837"/>
              </p:ext>
            </p:extLst>
          </p:nvPr>
        </p:nvGraphicFramePr>
        <p:xfrm>
          <a:off x="295910" y="1253604"/>
          <a:ext cx="8524240" cy="34692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Graphic 6" descr="Gears with solid fill">
            <a:extLst>
              <a:ext uri="{FF2B5EF4-FFF2-40B4-BE49-F238E27FC236}">
                <a16:creationId xmlns:a16="http://schemas.microsoft.com/office/drawing/2014/main" id="{DC062C4E-0A6D-E422-888F-7A55DF123E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47050" y="217515"/>
            <a:ext cx="805180" cy="80518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2E7C7CB-90E5-7EDC-46E1-CA7E570C0E43}"/>
              </a:ext>
            </a:extLst>
          </p:cNvPr>
          <p:cNvSpPr/>
          <p:nvPr/>
        </p:nvSpPr>
        <p:spPr>
          <a:xfrm>
            <a:off x="368300" y="1454150"/>
            <a:ext cx="1606550" cy="255784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E8E66B5-F822-11D9-37D3-4BB12BE650DE}"/>
              </a:ext>
            </a:extLst>
          </p:cNvPr>
          <p:cNvSpPr/>
          <p:nvPr/>
        </p:nvSpPr>
        <p:spPr>
          <a:xfrm>
            <a:off x="857249" y="2175002"/>
            <a:ext cx="913547" cy="215900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C2B2ED7-37EB-2A51-C32D-62B8257AC268}"/>
              </a:ext>
            </a:extLst>
          </p:cNvPr>
          <p:cNvSpPr/>
          <p:nvPr/>
        </p:nvSpPr>
        <p:spPr>
          <a:xfrm>
            <a:off x="1338580" y="2883732"/>
            <a:ext cx="2084070" cy="223720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CBE55B4-041B-6D7B-9FE8-2C6DEF69F2D0}"/>
              </a:ext>
            </a:extLst>
          </p:cNvPr>
          <p:cNvSpPr/>
          <p:nvPr/>
        </p:nvSpPr>
        <p:spPr>
          <a:xfrm>
            <a:off x="1854768" y="3592462"/>
            <a:ext cx="710632" cy="249042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5DE1915-C0E3-D478-53E3-81E493738FFC}"/>
              </a:ext>
            </a:extLst>
          </p:cNvPr>
          <p:cNvSpPr/>
          <p:nvPr/>
        </p:nvSpPr>
        <p:spPr>
          <a:xfrm>
            <a:off x="2316480" y="4310380"/>
            <a:ext cx="1106170" cy="261620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E9646A-EC14-B712-A563-43D22C52D9E7}"/>
              </a:ext>
            </a:extLst>
          </p:cNvPr>
          <p:cNvSpPr txBox="1"/>
          <p:nvPr/>
        </p:nvSpPr>
        <p:spPr>
          <a:xfrm>
            <a:off x="297874" y="1392470"/>
            <a:ext cx="1753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Target &amp; Models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C2EE5F-54F1-41C7-F422-B9D8E004D5A3}"/>
              </a:ext>
            </a:extLst>
          </p:cNvPr>
          <p:cNvSpPr txBox="1"/>
          <p:nvPr/>
        </p:nvSpPr>
        <p:spPr>
          <a:xfrm>
            <a:off x="818504" y="2094597"/>
            <a:ext cx="1003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Features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F5D5CE-73D9-19CE-72E1-30F1C30EBBE2}"/>
              </a:ext>
            </a:extLst>
          </p:cNvPr>
          <p:cNvSpPr txBox="1"/>
          <p:nvPr/>
        </p:nvSpPr>
        <p:spPr>
          <a:xfrm>
            <a:off x="1282700" y="2806700"/>
            <a:ext cx="2203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Preprocessing &amp; Split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6F7D91-FF1F-85EC-5FA4-0C9121F7D929}"/>
              </a:ext>
            </a:extLst>
          </p:cNvPr>
          <p:cNvSpPr txBox="1"/>
          <p:nvPr/>
        </p:nvSpPr>
        <p:spPr>
          <a:xfrm>
            <a:off x="1796840" y="3519994"/>
            <a:ext cx="822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Tuning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7C8D60-941E-AD18-62B5-6BCD072882A0}"/>
              </a:ext>
            </a:extLst>
          </p:cNvPr>
          <p:cNvSpPr txBox="1"/>
          <p:nvPr/>
        </p:nvSpPr>
        <p:spPr>
          <a:xfrm>
            <a:off x="2278380" y="4255403"/>
            <a:ext cx="1184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Evaluation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C0837C-0895-C0F5-86B4-F9CAFD9E8C6F}"/>
              </a:ext>
            </a:extLst>
          </p:cNvPr>
          <p:cNvSpPr txBox="1"/>
          <p:nvPr/>
        </p:nvSpPr>
        <p:spPr>
          <a:xfrm>
            <a:off x="2019875" y="1341040"/>
            <a:ext cx="36801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Predict success composite using:</a:t>
            </a:r>
          </a:p>
          <a:p>
            <a:r>
              <a:rPr lang="en-US" sz="1200" b="1" dirty="0">
                <a:solidFill>
                  <a:schemeClr val="bg1"/>
                </a:solidFill>
              </a:rPr>
              <a:t>Ridge, Lasso, RF, HGB on 595 players meeting criteria</a:t>
            </a:r>
          </a:p>
          <a:p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C47A0B-4F9F-9C99-9556-6F3F56DB4718}"/>
              </a:ext>
            </a:extLst>
          </p:cNvPr>
          <p:cNvSpPr txBox="1"/>
          <p:nvPr/>
        </p:nvSpPr>
        <p:spPr>
          <a:xfrm>
            <a:off x="1854768" y="2073558"/>
            <a:ext cx="4698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u="sng" dirty="0">
                <a:solidFill>
                  <a:schemeClr val="bg1"/>
                </a:solidFill>
              </a:rPr>
              <a:t>22 inputs</a:t>
            </a:r>
            <a:r>
              <a:rPr lang="en-US" sz="1200" b="1" dirty="0">
                <a:solidFill>
                  <a:schemeClr val="bg1"/>
                </a:solidFill>
              </a:rPr>
              <a:t>: debut age, four rookie position dummies (PG ref), 17 college advanced stats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2E31EE-C49A-9FF3-3120-225CEBF5EDF2}"/>
              </a:ext>
            </a:extLst>
          </p:cNvPr>
          <p:cNvSpPr txBox="1"/>
          <p:nvPr/>
        </p:nvSpPr>
        <p:spPr>
          <a:xfrm>
            <a:off x="3463063" y="2764759"/>
            <a:ext cx="34603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Median imputation everywhere; scale Ridge/Lasso; 80/20 split, fixed seed, CV only on train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CAC5A4-BDC6-0640-79AC-5CFD93BF839F}"/>
              </a:ext>
            </a:extLst>
          </p:cNvPr>
          <p:cNvSpPr txBox="1"/>
          <p:nvPr/>
        </p:nvSpPr>
        <p:spPr>
          <a:xfrm>
            <a:off x="2676788" y="3497901"/>
            <a:ext cx="3915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5-fold CV on train ( RMSE ) · Ridge: </a:t>
            </a:r>
            <a:r>
              <a:rPr lang="el-GR" sz="1200" b="1" dirty="0">
                <a:solidFill>
                  <a:schemeClr val="bg1"/>
                </a:solidFill>
              </a:rPr>
              <a:t>α </a:t>
            </a:r>
            <a:r>
              <a:rPr lang="en-US" sz="1200" b="1" dirty="0">
                <a:solidFill>
                  <a:schemeClr val="bg1"/>
                </a:solidFill>
              </a:rPr>
              <a:t>grid · Lasso: LassoCV · RF / HGB: randomized search (24 &amp; 30 draws)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C7E8BD-B6DA-BA7B-CC76-528A1DCA347C}"/>
              </a:ext>
            </a:extLst>
          </p:cNvPr>
          <p:cNvSpPr txBox="1"/>
          <p:nvPr/>
        </p:nvSpPr>
        <p:spPr>
          <a:xfrm>
            <a:off x="3501163" y="4311704"/>
            <a:ext cx="25555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RMSE, MAE, R² on the held-out 20%</a:t>
            </a:r>
          </a:p>
        </p:txBody>
      </p:sp>
    </p:spTree>
    <p:extLst>
      <p:ext uri="{BB962C8B-B14F-4D97-AF65-F5344CB8AC3E}">
        <p14:creationId xmlns:p14="http://schemas.microsoft.com/office/powerpoint/2010/main" val="2668434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4F706-5EC2-0608-E352-DB248CBD4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3DD026-4D30-7E39-0D02-1211BD589621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FFA950-B785-2BC5-C1AB-F94F87AA6346}"/>
              </a:ext>
            </a:extLst>
          </p:cNvPr>
          <p:cNvSpPr txBox="1"/>
          <p:nvPr/>
        </p:nvSpPr>
        <p:spPr>
          <a:xfrm>
            <a:off x="594360" y="320040"/>
            <a:ext cx="467756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 dirty="0">
                <a:solidFill>
                  <a:srgbClr val="1B1B2F"/>
                </a:solidFill>
                <a:latin typeface="Calibri"/>
              </a:rPr>
              <a:t>Supervised Modeling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DEED24-7346-2849-3A02-982E7513A3BA}"/>
              </a:ext>
            </a:extLst>
          </p:cNvPr>
          <p:cNvSpPr txBox="1"/>
          <p:nvPr/>
        </p:nvSpPr>
        <p:spPr>
          <a:xfrm>
            <a:off x="8710730" y="4777740"/>
            <a:ext cx="25039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dirty="0">
                <a:solidFill>
                  <a:srgbClr val="555555"/>
                </a:solidFill>
                <a:latin typeface="Calibri"/>
              </a:rPr>
              <a:t>8</a:t>
            </a:r>
            <a:endParaRPr sz="1000" dirty="0">
              <a:solidFill>
                <a:srgbClr val="555555"/>
              </a:solidFill>
              <a:latin typeface="Calibri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A9B545F-4052-7E17-5BEB-DCF30DCDEC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538074"/>
              </p:ext>
            </p:extLst>
          </p:nvPr>
        </p:nvGraphicFramePr>
        <p:xfrm>
          <a:off x="594360" y="2828048"/>
          <a:ext cx="2457576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34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1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007A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Test R²</a:t>
                      </a:r>
                    </a:p>
                  </a:txBody>
                  <a:tcPr>
                    <a:solidFill>
                      <a:srgbClr val="007A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1B2F"/>
                          </a:solidFill>
                          <a:latin typeface="Calibri"/>
                        </a:rPr>
                        <a:t>Ridge</a:t>
                      </a:r>
                    </a:p>
                  </a:txBody>
                  <a:tcPr>
                    <a:lnB w="28575" cap="flat" cmpd="sng" algn="ctr">
                      <a:solidFill>
                        <a:srgbClr val="007A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>
                          <a:solidFill>
                            <a:srgbClr val="1B1B2F"/>
                          </a:solidFill>
                          <a:latin typeface="Calibri"/>
                        </a:rPr>
                        <a:t>0.139</a:t>
                      </a:r>
                    </a:p>
                  </a:txBody>
                  <a:tcPr>
                    <a:lnB w="28575" cap="flat" cmpd="sng" algn="ctr">
                      <a:solidFill>
                        <a:srgbClr val="007A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300" b="1" dirty="0">
                          <a:solidFill>
                            <a:srgbClr val="1B1B2F"/>
                          </a:solidFill>
                          <a:latin typeface="Calibri"/>
                        </a:rPr>
                        <a:t>LassoCV</a:t>
                      </a:r>
                    </a:p>
                  </a:txBody>
                  <a:tcPr>
                    <a:lnL w="28575" cap="flat" cmpd="sng" algn="ctr">
                      <a:solidFill>
                        <a:srgbClr val="007A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rgbClr val="007A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7A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dirty="0">
                          <a:solidFill>
                            <a:srgbClr val="1B1B2F"/>
                          </a:solidFill>
                          <a:latin typeface="Calibri"/>
                        </a:rPr>
                        <a:t>0.152</a:t>
                      </a:r>
                    </a:p>
                  </a:txBody>
                  <a:tcPr>
                    <a:lnR w="28575" cap="flat" cmpd="sng" algn="ctr">
                      <a:solidFill>
                        <a:srgbClr val="007A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7A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7A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1B2F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>
                    <a:lnT w="28575" cap="flat" cmpd="sng" algn="ctr">
                      <a:solidFill>
                        <a:srgbClr val="007A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>
                          <a:solidFill>
                            <a:srgbClr val="1B1B2F"/>
                          </a:solidFill>
                          <a:latin typeface="Calibri"/>
                        </a:rPr>
                        <a:t>0.138</a:t>
                      </a:r>
                    </a:p>
                  </a:txBody>
                  <a:tcPr>
                    <a:lnT w="28575" cap="flat" cmpd="sng" algn="ctr">
                      <a:solidFill>
                        <a:srgbClr val="007A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300" dirty="0">
                          <a:solidFill>
                            <a:srgbClr val="1B1B2F"/>
                          </a:solidFill>
                          <a:latin typeface="Calibri"/>
                        </a:rPr>
                        <a:t>Gradient</a:t>
                      </a: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/>
                        </a:rPr>
                        <a:t> </a:t>
                      </a:r>
                      <a:r>
                        <a:rPr sz="1300" dirty="0">
                          <a:solidFill>
                            <a:srgbClr val="1B1B2F"/>
                          </a:solidFill>
                          <a:latin typeface="Calibri"/>
                        </a:rPr>
                        <a:t>Boosting</a:t>
                      </a:r>
                    </a:p>
                  </a:txBody>
                  <a:tcPr>
                    <a:solidFill>
                      <a:srgbClr val="E8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>
                          <a:solidFill>
                            <a:srgbClr val="1B1B2F"/>
                          </a:solidFill>
                          <a:latin typeface="Calibri"/>
                        </a:rPr>
                        <a:t>0.124</a:t>
                      </a:r>
                    </a:p>
                  </a:txBody>
                  <a:tcPr>
                    <a:solidFill>
                      <a:srgbClr val="E8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Picture 6" descr="supervised_perm_importance.png">
            <a:extLst>
              <a:ext uri="{FF2B5EF4-FFF2-40B4-BE49-F238E27FC236}">
                <a16:creationId xmlns:a16="http://schemas.microsoft.com/office/drawing/2014/main" id="{32F2A9A0-462A-F2C2-2DE2-8D85F9ACD8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965"/>
          <a:stretch>
            <a:fillRect/>
          </a:stretch>
        </p:blipFill>
        <p:spPr>
          <a:xfrm>
            <a:off x="3947485" y="1898650"/>
            <a:ext cx="4678355" cy="272034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70A3885-95A7-7AEF-700C-5728A084AF52}"/>
              </a:ext>
            </a:extLst>
          </p:cNvPr>
          <p:cNvSpPr/>
          <p:nvPr/>
        </p:nvSpPr>
        <p:spPr>
          <a:xfrm>
            <a:off x="5124450" y="1192594"/>
            <a:ext cx="3175000" cy="488950"/>
          </a:xfrm>
          <a:prstGeom prst="roundRect">
            <a:avLst/>
          </a:prstGeom>
          <a:noFill/>
          <a:ln w="1905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4682B4"/>
                </a:solidFill>
              </a:rPr>
              <a:t>Ridge Permutation Importance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6641FC-7731-847D-F086-78F52B9119B1}"/>
              </a:ext>
            </a:extLst>
          </p:cNvPr>
          <p:cNvSpPr txBox="1"/>
          <p:nvPr/>
        </p:nvSpPr>
        <p:spPr>
          <a:xfrm>
            <a:off x="7336668" y="4518223"/>
            <a:ext cx="12802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4682B4"/>
                </a:solidFill>
              </a:rPr>
              <a:t>*Test set, 25 reps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F74CB4-7E43-D4CC-A080-361B310C7E31}"/>
              </a:ext>
            </a:extLst>
          </p:cNvPr>
          <p:cNvSpPr/>
          <p:nvPr/>
        </p:nvSpPr>
        <p:spPr>
          <a:xfrm>
            <a:off x="4305300" y="1917700"/>
            <a:ext cx="4244340" cy="196850"/>
          </a:xfrm>
          <a:prstGeom prst="rect">
            <a:avLst/>
          </a:prstGeom>
          <a:noFill/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217E9D-F0EB-4E07-8D7D-884D1D464E77}"/>
              </a:ext>
            </a:extLst>
          </p:cNvPr>
          <p:cNvSpPr/>
          <p:nvPr/>
        </p:nvSpPr>
        <p:spPr>
          <a:xfrm>
            <a:off x="368998" y="1591068"/>
            <a:ext cx="3104452" cy="927100"/>
          </a:xfrm>
          <a:prstGeom prst="rect">
            <a:avLst/>
          </a:prstGeom>
          <a:noFill/>
          <a:ln w="28575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Lasso keeps 5 nonzero terms: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Age, BPM, DBPM, STL%, TOV%</a:t>
            </a:r>
          </a:p>
        </p:txBody>
      </p:sp>
    </p:spTree>
    <p:extLst>
      <p:ext uri="{BB962C8B-B14F-4D97-AF65-F5344CB8AC3E}">
        <p14:creationId xmlns:p14="http://schemas.microsoft.com/office/powerpoint/2010/main" val="800810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83C6A-29C0-8379-D79C-DFD28427A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123D31-7F4C-C44C-47FE-3C2E314E4B0E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EF0DBA-DB2C-D761-36ED-9DFCA41EF897}"/>
              </a:ext>
            </a:extLst>
          </p:cNvPr>
          <p:cNvSpPr txBox="1"/>
          <p:nvPr/>
        </p:nvSpPr>
        <p:spPr>
          <a:xfrm>
            <a:off x="594360" y="320040"/>
            <a:ext cx="7223965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 dirty="0">
                <a:solidFill>
                  <a:srgbClr val="1B1B2F"/>
                </a:solidFill>
                <a:latin typeface="Calibri"/>
              </a:rPr>
              <a:t>PCA — Dimensionality Reduction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F55AD0-7BFC-8624-CB57-7930815ECE14}"/>
              </a:ext>
            </a:extLst>
          </p:cNvPr>
          <p:cNvSpPr txBox="1"/>
          <p:nvPr/>
        </p:nvSpPr>
        <p:spPr>
          <a:xfrm>
            <a:off x="8710730" y="4777740"/>
            <a:ext cx="25039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dirty="0">
                <a:solidFill>
                  <a:srgbClr val="555555"/>
                </a:solidFill>
                <a:latin typeface="Calibri"/>
              </a:rPr>
              <a:t>9</a:t>
            </a:r>
            <a:endParaRPr sz="1000" dirty="0">
              <a:solidFill>
                <a:srgbClr val="555555"/>
              </a:solidFill>
              <a:latin typeface="Calibri"/>
            </a:endParaRPr>
          </a:p>
        </p:txBody>
      </p:sp>
      <p:pic>
        <p:nvPicPr>
          <p:cNvPr id="6" name="Picture 5" descr="pca_scree.png">
            <a:extLst>
              <a:ext uri="{FF2B5EF4-FFF2-40B4-BE49-F238E27FC236}">
                <a16:creationId xmlns:a16="http://schemas.microsoft.com/office/drawing/2014/main" id="{3F0A7F23-DB5F-20AD-A191-7F02D4B3B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3290" y="1012190"/>
            <a:ext cx="3532749" cy="1920240"/>
          </a:xfrm>
          <a:prstGeom prst="rect">
            <a:avLst/>
          </a:prstGeom>
        </p:spPr>
      </p:pic>
      <p:pic>
        <p:nvPicPr>
          <p:cNvPr id="7" name="Picture 6" descr="pca_pc1_loadings_bar.png">
            <a:extLst>
              <a:ext uri="{FF2B5EF4-FFF2-40B4-BE49-F238E27FC236}">
                <a16:creationId xmlns:a16="http://schemas.microsoft.com/office/drawing/2014/main" id="{AFE55150-05C9-4ACC-FEDF-4F3E90E0D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3290" y="3023870"/>
            <a:ext cx="3306753" cy="201168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E6C38D1-AA07-44F8-A083-B00162C692EB}"/>
              </a:ext>
            </a:extLst>
          </p:cNvPr>
          <p:cNvSpPr/>
          <p:nvPr/>
        </p:nvSpPr>
        <p:spPr>
          <a:xfrm>
            <a:off x="406400" y="1295400"/>
            <a:ext cx="3797300" cy="914400"/>
          </a:xfrm>
          <a:prstGeom prst="roundRect">
            <a:avLst/>
          </a:prstGeom>
          <a:noFill/>
          <a:ln w="28575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373623-BA60-4FAB-F8DB-C35828CDB5B6}"/>
              </a:ext>
            </a:extLst>
          </p:cNvPr>
          <p:cNvSpPr txBox="1"/>
          <p:nvPr/>
        </p:nvSpPr>
        <p:spPr>
          <a:xfrm>
            <a:off x="547761" y="1555234"/>
            <a:ext cx="800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A87"/>
                </a:solidFill>
              </a:rPr>
              <a:t>Setup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F63F40A-9EAC-8D04-8C7C-91A1FEF49873}"/>
              </a:ext>
            </a:extLst>
          </p:cNvPr>
          <p:cNvSpPr/>
          <p:nvPr/>
        </p:nvSpPr>
        <p:spPr>
          <a:xfrm>
            <a:off x="560461" y="1591564"/>
            <a:ext cx="684139" cy="300736"/>
          </a:xfrm>
          <a:prstGeom prst="roundRect">
            <a:avLst/>
          </a:prstGeom>
          <a:noFill/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1B2F63A-9E3C-6BE9-634B-D7B031478765}"/>
              </a:ext>
            </a:extLst>
          </p:cNvPr>
          <p:cNvSpPr/>
          <p:nvPr/>
        </p:nvSpPr>
        <p:spPr>
          <a:xfrm>
            <a:off x="406400" y="2571750"/>
            <a:ext cx="3797300" cy="914400"/>
          </a:xfrm>
          <a:prstGeom prst="roundRect">
            <a:avLst/>
          </a:prstGeom>
          <a:noFill/>
          <a:ln w="28575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6032E0-9843-1F4A-6886-DAD15D0C233D}"/>
              </a:ext>
            </a:extLst>
          </p:cNvPr>
          <p:cNvSpPr txBox="1"/>
          <p:nvPr/>
        </p:nvSpPr>
        <p:spPr>
          <a:xfrm>
            <a:off x="547761" y="2831584"/>
            <a:ext cx="800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A87"/>
                </a:solidFill>
              </a:rPr>
              <a:t>PC1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4E5BBB8-D029-F785-9D04-62C52E240451}"/>
              </a:ext>
            </a:extLst>
          </p:cNvPr>
          <p:cNvSpPr/>
          <p:nvPr/>
        </p:nvSpPr>
        <p:spPr>
          <a:xfrm>
            <a:off x="560461" y="2867914"/>
            <a:ext cx="512689" cy="300736"/>
          </a:xfrm>
          <a:prstGeom prst="roundRect">
            <a:avLst/>
          </a:prstGeom>
          <a:noFill/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AC12FE5-1986-9AB2-AF49-2FE5E89A867E}"/>
              </a:ext>
            </a:extLst>
          </p:cNvPr>
          <p:cNvSpPr/>
          <p:nvPr/>
        </p:nvSpPr>
        <p:spPr>
          <a:xfrm>
            <a:off x="406400" y="3790950"/>
            <a:ext cx="3797300" cy="914400"/>
          </a:xfrm>
          <a:prstGeom prst="roundRect">
            <a:avLst/>
          </a:prstGeom>
          <a:noFill/>
          <a:ln w="28575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0D864D-976E-C0E5-150C-90111E0EEC89}"/>
              </a:ext>
            </a:extLst>
          </p:cNvPr>
          <p:cNvSpPr txBox="1"/>
          <p:nvPr/>
        </p:nvSpPr>
        <p:spPr>
          <a:xfrm>
            <a:off x="547760" y="4050784"/>
            <a:ext cx="95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A87"/>
                </a:solidFill>
              </a:rPr>
              <a:t>Success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43C5F96-ED1D-ACB4-0C2A-F18CAFE82507}"/>
              </a:ext>
            </a:extLst>
          </p:cNvPr>
          <p:cNvSpPr/>
          <p:nvPr/>
        </p:nvSpPr>
        <p:spPr>
          <a:xfrm>
            <a:off x="560461" y="4087114"/>
            <a:ext cx="836539" cy="300736"/>
          </a:xfrm>
          <a:prstGeom prst="roundRect">
            <a:avLst/>
          </a:prstGeom>
          <a:noFill/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C49F8E-539D-A746-1215-AFA9605B7BE2}"/>
              </a:ext>
            </a:extLst>
          </p:cNvPr>
          <p:cNvSpPr txBox="1"/>
          <p:nvPr/>
        </p:nvSpPr>
        <p:spPr>
          <a:xfrm>
            <a:off x="1269170" y="1421279"/>
            <a:ext cx="2908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rgbClr val="005A64"/>
                </a:solidFill>
              </a:rPr>
              <a:t>80 overlapping college features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rgbClr val="005A64"/>
                </a:solidFill>
              </a:rPr>
              <a:t>median impute + scale on train only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rgbClr val="005A64"/>
                </a:solidFill>
              </a:rPr>
              <a:t>keep 13 PCs for 90% train variance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C8753D9-A179-AFDC-28D9-568B693F42EC}"/>
              </a:ext>
            </a:extLst>
          </p:cNvPr>
          <p:cNvSpPr txBox="1"/>
          <p:nvPr/>
        </p:nvSpPr>
        <p:spPr>
          <a:xfrm>
            <a:off x="1158045" y="2887675"/>
            <a:ext cx="31305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5A64"/>
                </a:solidFill>
              </a:rPr>
              <a:t>contrasts interior vs perimeter playstyles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FA48AA-93C4-86D4-D28C-D750CE397AEE}"/>
              </a:ext>
            </a:extLst>
          </p:cNvPr>
          <p:cNvSpPr txBox="1"/>
          <p:nvPr/>
        </p:nvSpPr>
        <p:spPr>
          <a:xfrm>
            <a:off x="1475740" y="4119548"/>
            <a:ext cx="3175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5A64"/>
                </a:solidFill>
              </a:rPr>
              <a:t>Corr(PC1, success) ≈ 0.14 on train</a:t>
            </a:r>
          </a:p>
        </p:txBody>
      </p:sp>
    </p:spTree>
    <p:extLst>
      <p:ext uri="{BB962C8B-B14F-4D97-AF65-F5344CB8AC3E}">
        <p14:creationId xmlns:p14="http://schemas.microsoft.com/office/powerpoint/2010/main" val="145420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856796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 dirty="0">
                <a:solidFill>
                  <a:srgbClr val="1B1B2F"/>
                </a:solidFill>
                <a:latin typeface="Calibri"/>
              </a:rPr>
              <a:t>Limitations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5008" y="4777740"/>
            <a:ext cx="31611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dirty="0">
                <a:solidFill>
                  <a:srgbClr val="555555"/>
                </a:solidFill>
                <a:latin typeface="Calibri"/>
              </a:rPr>
              <a:t>10</a:t>
            </a:r>
            <a:endParaRPr sz="1000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56310" y="3008082"/>
            <a:ext cx="79552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 dirty="0">
                <a:solidFill>
                  <a:srgbClr val="1B1B2F"/>
                </a:solidFill>
                <a:latin typeface="Calibri"/>
              </a:rPr>
              <a:t>Next steps: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dirty="0">
                <a:solidFill>
                  <a:srgbClr val="1B1B2F"/>
                </a:solidFill>
                <a:latin typeface="Calibri"/>
              </a:rPr>
              <a:t>  •  Regress on PC scores instead of raw features (use 13 PCs as model inputs).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dirty="0">
                <a:solidFill>
                  <a:srgbClr val="1B1B2F"/>
                </a:solidFill>
                <a:latin typeface="Calibri"/>
              </a:rPr>
              <a:t>  •  Cluster PC scores to discover player archetypes.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dirty="0">
                <a:solidFill>
                  <a:srgbClr val="1B1B2F"/>
                </a:solidFill>
                <a:latin typeface="Calibri"/>
              </a:rPr>
              <a:t>  •  Richer data (combine measurements, scouting reports) could improve signal.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A1DABEE-6864-1323-149F-6281E1E35D36}"/>
              </a:ext>
            </a:extLst>
          </p:cNvPr>
          <p:cNvSpPr/>
          <p:nvPr/>
        </p:nvSpPr>
        <p:spPr>
          <a:xfrm>
            <a:off x="930908" y="1269468"/>
            <a:ext cx="6585283" cy="1262674"/>
          </a:xfrm>
          <a:prstGeom prst="roundRect">
            <a:avLst/>
          </a:prstGeom>
          <a:noFill/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A14DE3-AB0C-E16F-3A7B-AB5E6CA6B88F}"/>
              </a:ext>
            </a:extLst>
          </p:cNvPr>
          <p:cNvSpPr txBox="1"/>
          <p:nvPr/>
        </p:nvSpPr>
        <p:spPr>
          <a:xfrm>
            <a:off x="1250951" y="1352332"/>
            <a:ext cx="6203950" cy="1179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lang="en-US" dirty="0">
                <a:solidFill>
                  <a:srgbClr val="1B1B2F"/>
                </a:solidFill>
              </a:rPr>
              <a:t>Active players may have less “prime” years accounted for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lang="en-US" dirty="0">
                <a:solidFill>
                  <a:srgbClr val="1B1B2F"/>
                </a:solidFill>
              </a:rPr>
              <a:t>No era adjustment: NBA scoring environment changes over time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lang="en-US" dirty="0">
                <a:solidFill>
                  <a:srgbClr val="1B1B2F"/>
                </a:solidFill>
              </a:rPr>
              <a:t>College box scores alone are inherently limited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C474E32-FB36-5950-E20C-86F4C06EE6D5}"/>
              </a:ext>
            </a:extLst>
          </p:cNvPr>
          <p:cNvGrpSpPr/>
          <p:nvPr/>
        </p:nvGrpSpPr>
        <p:grpSpPr>
          <a:xfrm>
            <a:off x="788349" y="1112937"/>
            <a:ext cx="478790" cy="478790"/>
            <a:chOff x="750249" y="1112937"/>
            <a:chExt cx="478790" cy="47879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4F24A5E-D689-F8B6-E304-37BF3B59C636}"/>
                </a:ext>
              </a:extLst>
            </p:cNvPr>
            <p:cNvSpPr/>
            <p:nvPr/>
          </p:nvSpPr>
          <p:spPr>
            <a:xfrm>
              <a:off x="930909" y="1225018"/>
              <a:ext cx="91440" cy="2788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 descr="Warning with solid fill">
              <a:extLst>
                <a:ext uri="{FF2B5EF4-FFF2-40B4-BE49-F238E27FC236}">
                  <a16:creationId xmlns:a16="http://schemas.microsoft.com/office/drawing/2014/main" id="{1D4278F5-F5A4-69D7-6824-FC147859A93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50249" y="1112937"/>
              <a:ext cx="478790" cy="47879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ED4F8FD1-121F-0ADA-CB23-A1121BC8F920}"/>
              </a:ext>
            </a:extLst>
          </p:cNvPr>
          <p:cNvSpPr/>
          <p:nvPr/>
        </p:nvSpPr>
        <p:spPr>
          <a:xfrm>
            <a:off x="6673850" y="1898650"/>
            <a:ext cx="1352552" cy="121285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341749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 dirty="0">
                <a:solidFill>
                  <a:srgbClr val="1B1B2F"/>
                </a:solidFill>
                <a:latin typeface="Calibri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5008" y="4777740"/>
            <a:ext cx="31611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dirty="0">
                <a:solidFill>
                  <a:srgbClr val="555555"/>
                </a:solidFill>
                <a:latin typeface="Calibri"/>
              </a:rPr>
              <a:t>1</a:t>
            </a:r>
            <a:r>
              <a:rPr lang="en-US" sz="1000" dirty="0">
                <a:solidFill>
                  <a:srgbClr val="555555"/>
                </a:solidFill>
                <a:latin typeface="Calibri"/>
              </a:rPr>
              <a:t>1</a:t>
            </a:r>
            <a:endParaRPr sz="1000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515110"/>
            <a:ext cx="701929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1" dirty="0">
                <a:solidFill>
                  <a:srgbClr val="1B1B2F"/>
                </a:solidFill>
                <a:latin typeface="Calibri"/>
              </a:rPr>
              <a:t>College stats weakly predict NBA success (R² ≈ 0.15)</a:t>
            </a:r>
            <a:endParaRPr lang="en-US" sz="1800" b="1" dirty="0">
              <a:solidFill>
                <a:srgbClr val="1B1B2F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800"/>
              </a:spcAft>
            </a:pPr>
            <a:endParaRPr lang="en-US" b="1" dirty="0">
              <a:solidFill>
                <a:srgbClr val="1B1B2F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lang="en-US" sz="1800" b="1" dirty="0">
                <a:solidFill>
                  <a:srgbClr val="1B1B2F"/>
                </a:solidFill>
                <a:latin typeface="Calibri"/>
              </a:rPr>
              <a:t>D</a:t>
            </a:r>
            <a:r>
              <a:rPr sz="1800" b="1" dirty="0">
                <a:solidFill>
                  <a:srgbClr val="1B1B2F"/>
                </a:solidFill>
                <a:latin typeface="Calibri"/>
              </a:rPr>
              <a:t>ebut age and BPM are the top drivers.</a:t>
            </a:r>
            <a:endParaRPr lang="en-US" sz="1800" b="1" dirty="0">
              <a:solidFill>
                <a:srgbClr val="1B1B2F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800"/>
              </a:spcAft>
            </a:pPr>
            <a:endParaRPr sz="1800" b="1" dirty="0">
              <a:solidFill>
                <a:srgbClr val="1B1B2F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1" dirty="0">
                <a:solidFill>
                  <a:srgbClr val="1B1B2F"/>
                </a:solidFill>
                <a:latin typeface="Calibri"/>
              </a:rPr>
              <a:t>PCA reveals the main axis of variation is role</a:t>
            </a:r>
            <a:endParaRPr lang="en-US" sz="1800" b="1" dirty="0">
              <a:solidFill>
                <a:srgbClr val="1B1B2F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800"/>
              </a:spcAft>
            </a:pPr>
            <a:endParaRPr sz="1800" b="1" dirty="0">
              <a:solidFill>
                <a:srgbClr val="1B1B2F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1" dirty="0">
                <a:solidFill>
                  <a:srgbClr val="1B1B2F"/>
                </a:solidFill>
                <a:latin typeface="Calibri"/>
              </a:rPr>
              <a:t>Both methods agree: pre-draft box scores provide modest signal at best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54ABCAD-99F5-B6DF-C1D7-29C4046B87BB}"/>
              </a:ext>
            </a:extLst>
          </p:cNvPr>
          <p:cNvSpPr/>
          <p:nvPr/>
        </p:nvSpPr>
        <p:spPr>
          <a:xfrm>
            <a:off x="594360" y="1515110"/>
            <a:ext cx="5082540" cy="408940"/>
          </a:xfrm>
          <a:prstGeom prst="roundRect">
            <a:avLst/>
          </a:prstGeom>
          <a:noFill/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9B95027-9A3E-1542-45A9-6A8B6EDD3468}"/>
              </a:ext>
            </a:extLst>
          </p:cNvPr>
          <p:cNvSpPr/>
          <p:nvPr/>
        </p:nvSpPr>
        <p:spPr>
          <a:xfrm>
            <a:off x="607060" y="2308860"/>
            <a:ext cx="3863340" cy="408940"/>
          </a:xfrm>
          <a:prstGeom prst="roundRect">
            <a:avLst/>
          </a:prstGeom>
          <a:noFill/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7D3A2A2-3CBA-17EF-E7BC-8C0057B49600}"/>
              </a:ext>
            </a:extLst>
          </p:cNvPr>
          <p:cNvSpPr/>
          <p:nvPr/>
        </p:nvSpPr>
        <p:spPr>
          <a:xfrm>
            <a:off x="607060" y="3108960"/>
            <a:ext cx="4326890" cy="408940"/>
          </a:xfrm>
          <a:prstGeom prst="roundRect">
            <a:avLst/>
          </a:prstGeom>
          <a:noFill/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D210850-EAC1-CC8B-B224-871FB166D8A5}"/>
              </a:ext>
            </a:extLst>
          </p:cNvPr>
          <p:cNvSpPr/>
          <p:nvPr/>
        </p:nvSpPr>
        <p:spPr>
          <a:xfrm>
            <a:off x="613410" y="3890010"/>
            <a:ext cx="6904990" cy="408940"/>
          </a:xfrm>
          <a:prstGeom prst="roundRect">
            <a:avLst/>
          </a:prstGeom>
          <a:noFill/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6BA5449-6F87-B500-6BFA-3DE88D3446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9889" y="1924050"/>
            <a:ext cx="1274763" cy="925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Graphic 12" descr="Question Mark with solid fill">
            <a:extLst>
              <a:ext uri="{FF2B5EF4-FFF2-40B4-BE49-F238E27FC236}">
                <a16:creationId xmlns:a16="http://schemas.microsoft.com/office/drawing/2014/main" id="{5D2CB1F9-C1E4-714A-F17C-3605C1D911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4800" y="2035302"/>
            <a:ext cx="762000" cy="762000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58F63C7-8478-E37D-B7D4-7B4A5E273A03}"/>
              </a:ext>
            </a:extLst>
          </p:cNvPr>
          <p:cNvCxnSpPr/>
          <p:nvPr/>
        </p:nvCxnSpPr>
        <p:spPr>
          <a:xfrm>
            <a:off x="4572000" y="2511425"/>
            <a:ext cx="19113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1511</TotalTime>
  <Words>507</Words>
  <Application>Microsoft Office PowerPoint</Application>
  <PresentationFormat>On-screen Show (16:9)</PresentationFormat>
  <Paragraphs>104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Zion Tippetts</cp:lastModifiedBy>
  <cp:revision>1</cp:revision>
  <dcterms:created xsi:type="dcterms:W3CDTF">2013-01-27T09:14:16Z</dcterms:created>
  <dcterms:modified xsi:type="dcterms:W3CDTF">2026-04-13T03:08:44Z</dcterms:modified>
  <cp:category/>
</cp:coreProperties>
</file>